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2"/>
  </p:notesMasterIdLst>
  <p:sldIdLst>
    <p:sldId id="304" r:id="rId3"/>
    <p:sldId id="313" r:id="rId4"/>
    <p:sldId id="314" r:id="rId5"/>
    <p:sldId id="315" r:id="rId6"/>
    <p:sldId id="316" r:id="rId7"/>
    <p:sldId id="317" r:id="rId8"/>
    <p:sldId id="318" r:id="rId9"/>
    <p:sldId id="319" r:id="rId10"/>
    <p:sldId id="312" r:id="rId11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6FC6"/>
    <a:srgbClr val="C3C7CE"/>
    <a:srgbClr val="30D1B7"/>
    <a:srgbClr val="43E183"/>
    <a:srgbClr val="FBDC23"/>
    <a:srgbClr val="FFC000"/>
    <a:srgbClr val="24DC6E"/>
    <a:srgbClr val="2CD4A6"/>
    <a:srgbClr val="FDEC87"/>
    <a:srgbClr val="40B2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25" autoAdjust="0"/>
    <p:restoredTop sz="90554" autoAdjust="0"/>
  </p:normalViewPr>
  <p:slideViewPr>
    <p:cSldViewPr snapToGrid="0">
      <p:cViewPr varScale="1">
        <p:scale>
          <a:sx n="104" d="100"/>
          <a:sy n="104" d="100"/>
        </p:scale>
        <p:origin x="2682" y="108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강희재" userId="5f137378-fb9e-4efa-89ca-3d5ddf85b964" providerId="ADAL" clId="{670A3107-CC4E-4DBE-855E-71F6E8911ED4}"/>
    <pc:docChg chg="custSel addSld delSld modSld">
      <pc:chgData name="강희재" userId="5f137378-fb9e-4efa-89ca-3d5ddf85b964" providerId="ADAL" clId="{670A3107-CC4E-4DBE-855E-71F6E8911ED4}" dt="2021-02-01T05:37:22.030" v="357" actId="20577"/>
      <pc:docMkLst>
        <pc:docMk/>
      </pc:docMkLst>
      <pc:sldChg chg="del">
        <pc:chgData name="강희재" userId="5f137378-fb9e-4efa-89ca-3d5ddf85b964" providerId="ADAL" clId="{670A3107-CC4E-4DBE-855E-71F6E8911ED4}" dt="2021-02-01T05:37:07.427" v="337" actId="47"/>
        <pc:sldMkLst>
          <pc:docMk/>
          <pc:sldMk cId="1152526190" sldId="306"/>
        </pc:sldMkLst>
      </pc:sldChg>
      <pc:sldChg chg="del">
        <pc:chgData name="강희재" userId="5f137378-fb9e-4efa-89ca-3d5ddf85b964" providerId="ADAL" clId="{670A3107-CC4E-4DBE-855E-71F6E8911ED4}" dt="2021-02-01T05:34:03.477" v="270" actId="47"/>
        <pc:sldMkLst>
          <pc:docMk/>
          <pc:sldMk cId="3267967954" sldId="307"/>
        </pc:sldMkLst>
      </pc:sldChg>
      <pc:sldChg chg="del">
        <pc:chgData name="강희재" userId="5f137378-fb9e-4efa-89ca-3d5ddf85b964" providerId="ADAL" clId="{670A3107-CC4E-4DBE-855E-71F6E8911ED4}" dt="2021-02-01T05:30:34.457" v="26" actId="47"/>
        <pc:sldMkLst>
          <pc:docMk/>
          <pc:sldMk cId="1878539657" sldId="308"/>
        </pc:sldMkLst>
      </pc:sldChg>
      <pc:sldChg chg="del">
        <pc:chgData name="강희재" userId="5f137378-fb9e-4efa-89ca-3d5ddf85b964" providerId="ADAL" clId="{670A3107-CC4E-4DBE-855E-71F6E8911ED4}" dt="2021-02-01T05:30:17.257" v="24" actId="47"/>
        <pc:sldMkLst>
          <pc:docMk/>
          <pc:sldMk cId="2365907134" sldId="309"/>
        </pc:sldMkLst>
      </pc:sldChg>
      <pc:sldChg chg="modSp mod">
        <pc:chgData name="강희재" userId="5f137378-fb9e-4efa-89ca-3d5ddf85b964" providerId="ADAL" clId="{670A3107-CC4E-4DBE-855E-71F6E8911ED4}" dt="2021-02-01T05:33:40.911" v="264" actId="404"/>
        <pc:sldMkLst>
          <pc:docMk/>
          <pc:sldMk cId="550299942" sldId="310"/>
        </pc:sldMkLst>
        <pc:spChg chg="mod">
          <ac:chgData name="강희재" userId="5f137378-fb9e-4efa-89ca-3d5ddf85b964" providerId="ADAL" clId="{670A3107-CC4E-4DBE-855E-71F6E8911ED4}" dt="2021-02-01T05:33:40.911" v="264" actId="404"/>
          <ac:spMkLst>
            <pc:docMk/>
            <pc:sldMk cId="550299942" sldId="310"/>
            <ac:spMk id="29" creationId="{F09AF341-2E0D-44D2-95BA-CFA025910D9E}"/>
          </ac:spMkLst>
        </pc:spChg>
      </pc:sldChg>
      <pc:sldChg chg="addSp delSp modSp mod">
        <pc:chgData name="강희재" userId="5f137378-fb9e-4efa-89ca-3d5ddf85b964" providerId="ADAL" clId="{670A3107-CC4E-4DBE-855E-71F6E8911ED4}" dt="2021-02-01T05:33:31.613" v="263" actId="404"/>
        <pc:sldMkLst>
          <pc:docMk/>
          <pc:sldMk cId="2747845619" sldId="311"/>
        </pc:sldMkLst>
        <pc:spChg chg="mod">
          <ac:chgData name="강희재" userId="5f137378-fb9e-4efa-89ca-3d5ddf85b964" providerId="ADAL" clId="{670A3107-CC4E-4DBE-855E-71F6E8911ED4}" dt="2021-02-01T05:33:31.613" v="263" actId="404"/>
          <ac:spMkLst>
            <pc:docMk/>
            <pc:sldMk cId="2747845619" sldId="311"/>
            <ac:spMk id="14" creationId="{523B1517-9F72-4EFA-AC15-C16BA373338C}"/>
          </ac:spMkLst>
        </pc:spChg>
        <pc:spChg chg="mod">
          <ac:chgData name="강희재" userId="5f137378-fb9e-4efa-89ca-3d5ddf85b964" providerId="ADAL" clId="{670A3107-CC4E-4DBE-855E-71F6E8911ED4}" dt="2021-02-01T05:10:10.681" v="10" actId="14100"/>
          <ac:spMkLst>
            <pc:docMk/>
            <pc:sldMk cId="2747845619" sldId="311"/>
            <ac:spMk id="17" creationId="{0B861322-B5F2-44DA-809B-525FE027E684}"/>
          </ac:spMkLst>
        </pc:spChg>
        <pc:spChg chg="del">
          <ac:chgData name="강희재" userId="5f137378-fb9e-4efa-89ca-3d5ddf85b964" providerId="ADAL" clId="{670A3107-CC4E-4DBE-855E-71F6E8911ED4}" dt="2021-02-01T05:30:03.239" v="22" actId="478"/>
          <ac:spMkLst>
            <pc:docMk/>
            <pc:sldMk cId="2747845619" sldId="311"/>
            <ac:spMk id="20" creationId="{B8DDE902-111D-4767-AD7A-55410EDE26DE}"/>
          </ac:spMkLst>
        </pc:spChg>
        <pc:spChg chg="mod">
          <ac:chgData name="강희재" userId="5f137378-fb9e-4efa-89ca-3d5ddf85b964" providerId="ADAL" clId="{670A3107-CC4E-4DBE-855E-71F6E8911ED4}" dt="2021-02-01T05:30:01.566" v="21" actId="14100"/>
          <ac:spMkLst>
            <pc:docMk/>
            <pc:sldMk cId="2747845619" sldId="311"/>
            <ac:spMk id="21" creationId="{AB782E37-24C0-4FE5-B274-C014065F91A1}"/>
          </ac:spMkLst>
        </pc:spChg>
        <pc:spChg chg="mod">
          <ac:chgData name="강희재" userId="5f137378-fb9e-4efa-89ca-3d5ddf85b964" providerId="ADAL" clId="{670A3107-CC4E-4DBE-855E-71F6E8911ED4}" dt="2021-02-01T05:30:30.369" v="25"/>
          <ac:spMkLst>
            <pc:docMk/>
            <pc:sldMk cId="2747845619" sldId="311"/>
            <ac:spMk id="29" creationId="{F09AF341-2E0D-44D2-95BA-CFA025910D9E}"/>
          </ac:spMkLst>
        </pc:spChg>
        <pc:picChg chg="del">
          <ac:chgData name="강희재" userId="5f137378-fb9e-4efa-89ca-3d5ddf85b964" providerId="ADAL" clId="{670A3107-CC4E-4DBE-855E-71F6E8911ED4}" dt="2021-02-01T05:10:04.754" v="8" actId="478"/>
          <ac:picMkLst>
            <pc:docMk/>
            <pc:sldMk cId="2747845619" sldId="311"/>
            <ac:picMk id="5" creationId="{571469B1-168F-4446-837F-55A74E2C5E0C}"/>
          </ac:picMkLst>
        </pc:picChg>
        <pc:picChg chg="del">
          <ac:chgData name="강희재" userId="5f137378-fb9e-4efa-89ca-3d5ddf85b964" providerId="ADAL" clId="{670A3107-CC4E-4DBE-855E-71F6E8911ED4}" dt="2021-02-01T05:29:45.324" v="19" actId="478"/>
          <ac:picMkLst>
            <pc:docMk/>
            <pc:sldMk cId="2747845619" sldId="311"/>
            <ac:picMk id="9" creationId="{1EA4E325-09DD-425B-B869-173E4CC4B0EC}"/>
          </ac:picMkLst>
        </pc:picChg>
        <pc:picChg chg="add mod ord">
          <ac:chgData name="강희재" userId="5f137378-fb9e-4efa-89ca-3d5ddf85b964" providerId="ADAL" clId="{670A3107-CC4E-4DBE-855E-71F6E8911ED4}" dt="2021-02-01T05:10:03.053" v="7" actId="167"/>
          <ac:picMkLst>
            <pc:docMk/>
            <pc:sldMk cId="2747845619" sldId="311"/>
            <ac:picMk id="22" creationId="{90DB8A2C-E0D2-479D-B423-4F000892CCEA}"/>
          </ac:picMkLst>
        </pc:picChg>
        <pc:picChg chg="add mod ord">
          <ac:chgData name="강희재" userId="5f137378-fb9e-4efa-89ca-3d5ddf85b964" providerId="ADAL" clId="{670A3107-CC4E-4DBE-855E-71F6E8911ED4}" dt="2021-02-01T05:30:04.341" v="23" actId="167"/>
          <ac:picMkLst>
            <pc:docMk/>
            <pc:sldMk cId="2747845619" sldId="311"/>
            <ac:picMk id="24" creationId="{4A54D2B1-4469-47C0-9A56-2CD5AB3E02D9}"/>
          </ac:picMkLst>
        </pc:picChg>
      </pc:sldChg>
      <pc:sldChg chg="addSp delSp modSp add mod">
        <pc:chgData name="강희재" userId="5f137378-fb9e-4efa-89ca-3d5ddf85b964" providerId="ADAL" clId="{670A3107-CC4E-4DBE-855E-71F6E8911ED4}" dt="2021-02-01T05:33:57.801" v="269" actId="20577"/>
        <pc:sldMkLst>
          <pc:docMk/>
          <pc:sldMk cId="3754260212" sldId="312"/>
        </pc:sldMkLst>
        <pc:spChg chg="mod">
          <ac:chgData name="강희재" userId="5f137378-fb9e-4efa-89ca-3d5ddf85b964" providerId="ADAL" clId="{670A3107-CC4E-4DBE-855E-71F6E8911ED4}" dt="2021-02-01T05:32:10.902" v="62"/>
          <ac:spMkLst>
            <pc:docMk/>
            <pc:sldMk cId="3754260212" sldId="312"/>
            <ac:spMk id="14" creationId="{523B1517-9F72-4EFA-AC15-C16BA373338C}"/>
          </ac:spMkLst>
        </pc:spChg>
        <pc:spChg chg="del">
          <ac:chgData name="강희재" userId="5f137378-fb9e-4efa-89ca-3d5ddf85b964" providerId="ADAL" clId="{670A3107-CC4E-4DBE-855E-71F6E8911ED4}" dt="2021-02-01T05:31:28.931" v="37" actId="478"/>
          <ac:spMkLst>
            <pc:docMk/>
            <pc:sldMk cId="3754260212" sldId="312"/>
            <ac:spMk id="17" creationId="{0B861322-B5F2-44DA-809B-525FE027E684}"/>
          </ac:spMkLst>
        </pc:spChg>
        <pc:spChg chg="mod">
          <ac:chgData name="강희재" userId="5f137378-fb9e-4efa-89ca-3d5ddf85b964" providerId="ADAL" clId="{670A3107-CC4E-4DBE-855E-71F6E8911ED4}" dt="2021-02-01T05:32:01.537" v="50" actId="14100"/>
          <ac:spMkLst>
            <pc:docMk/>
            <pc:sldMk cId="3754260212" sldId="312"/>
            <ac:spMk id="21" creationId="{AB782E37-24C0-4FE5-B274-C014065F91A1}"/>
          </ac:spMkLst>
        </pc:spChg>
        <pc:spChg chg="mod">
          <ac:chgData name="강희재" userId="5f137378-fb9e-4efa-89ca-3d5ddf85b964" providerId="ADAL" clId="{670A3107-CC4E-4DBE-855E-71F6E8911ED4}" dt="2021-02-01T05:33:57.801" v="269" actId="20577"/>
          <ac:spMkLst>
            <pc:docMk/>
            <pc:sldMk cId="3754260212" sldId="312"/>
            <ac:spMk id="29" creationId="{F09AF341-2E0D-44D2-95BA-CFA025910D9E}"/>
          </ac:spMkLst>
        </pc:spChg>
        <pc:picChg chg="del">
          <ac:chgData name="강희재" userId="5f137378-fb9e-4efa-89ca-3d5ddf85b964" providerId="ADAL" clId="{670A3107-CC4E-4DBE-855E-71F6E8911ED4}" dt="2021-02-01T05:31:25.992" v="36" actId="478"/>
          <ac:picMkLst>
            <pc:docMk/>
            <pc:sldMk cId="3754260212" sldId="312"/>
            <ac:picMk id="22" creationId="{90DB8A2C-E0D2-479D-B423-4F000892CCEA}"/>
          </ac:picMkLst>
        </pc:picChg>
        <pc:picChg chg="del">
          <ac:chgData name="강희재" userId="5f137378-fb9e-4efa-89ca-3d5ddf85b964" providerId="ADAL" clId="{670A3107-CC4E-4DBE-855E-71F6E8911ED4}" dt="2021-02-01T05:31:52.225" v="47" actId="478"/>
          <ac:picMkLst>
            <pc:docMk/>
            <pc:sldMk cId="3754260212" sldId="312"/>
            <ac:picMk id="24" creationId="{4A54D2B1-4469-47C0-9A56-2CD5AB3E02D9}"/>
          </ac:picMkLst>
        </pc:picChg>
        <pc:picChg chg="add mod ord">
          <ac:chgData name="강희재" userId="5f137378-fb9e-4efa-89ca-3d5ddf85b964" providerId="ADAL" clId="{670A3107-CC4E-4DBE-855E-71F6E8911ED4}" dt="2021-02-01T05:31:53.702" v="48" actId="167"/>
          <ac:picMkLst>
            <pc:docMk/>
            <pc:sldMk cId="3754260212" sldId="312"/>
            <ac:picMk id="25" creationId="{787237D0-F85A-428D-A359-CA1631AD4B5A}"/>
          </ac:picMkLst>
        </pc:picChg>
        <pc:picChg chg="add mod ord">
          <ac:chgData name="강희재" userId="5f137378-fb9e-4efa-89ca-3d5ddf85b964" providerId="ADAL" clId="{670A3107-CC4E-4DBE-855E-71F6E8911ED4}" dt="2021-02-01T05:31:50.980" v="46" actId="167"/>
          <ac:picMkLst>
            <pc:docMk/>
            <pc:sldMk cId="3754260212" sldId="312"/>
            <ac:picMk id="26" creationId="{4EEA05F8-6F52-4EBB-8CB7-3DC1166E1C89}"/>
          </ac:picMkLst>
        </pc:picChg>
      </pc:sldChg>
      <pc:sldChg chg="addSp delSp modSp add mod">
        <pc:chgData name="강희재" userId="5f137378-fb9e-4efa-89ca-3d5ddf85b964" providerId="ADAL" clId="{670A3107-CC4E-4DBE-855E-71F6E8911ED4}" dt="2021-02-01T05:37:22.030" v="357" actId="20577"/>
        <pc:sldMkLst>
          <pc:docMk/>
          <pc:sldMk cId="3699712288" sldId="313"/>
        </pc:sldMkLst>
        <pc:spChg chg="mod">
          <ac:chgData name="강희재" userId="5f137378-fb9e-4efa-89ca-3d5ddf85b964" providerId="ADAL" clId="{670A3107-CC4E-4DBE-855E-71F6E8911ED4}" dt="2021-02-01T05:36:36.372" v="293"/>
          <ac:spMkLst>
            <pc:docMk/>
            <pc:sldMk cId="3699712288" sldId="313"/>
            <ac:spMk id="14" creationId="{523B1517-9F72-4EFA-AC15-C16BA373338C}"/>
          </ac:spMkLst>
        </pc:spChg>
        <pc:spChg chg="mod">
          <ac:chgData name="강희재" userId="5f137378-fb9e-4efa-89ca-3d5ddf85b964" providerId="ADAL" clId="{670A3107-CC4E-4DBE-855E-71F6E8911ED4}" dt="2021-02-01T05:36:14.484" v="288" actId="14100"/>
          <ac:spMkLst>
            <pc:docMk/>
            <pc:sldMk cId="3699712288" sldId="313"/>
            <ac:spMk id="21" creationId="{AB782E37-24C0-4FE5-B274-C014065F91A1}"/>
          </ac:spMkLst>
        </pc:spChg>
        <pc:spChg chg="add mod">
          <ac:chgData name="강희재" userId="5f137378-fb9e-4efa-89ca-3d5ddf85b964" providerId="ADAL" clId="{670A3107-CC4E-4DBE-855E-71F6E8911ED4}" dt="2021-02-01T05:36:29.586" v="292" actId="14100"/>
          <ac:spMkLst>
            <pc:docMk/>
            <pc:sldMk cId="3699712288" sldId="313"/>
            <ac:spMk id="24" creationId="{5A2879F5-08A6-4EDD-AAE8-EE480C8643C0}"/>
          </ac:spMkLst>
        </pc:spChg>
        <pc:spChg chg="mod">
          <ac:chgData name="강희재" userId="5f137378-fb9e-4efa-89ca-3d5ddf85b964" providerId="ADAL" clId="{670A3107-CC4E-4DBE-855E-71F6E8911ED4}" dt="2021-02-01T05:37:22.030" v="357" actId="20577"/>
          <ac:spMkLst>
            <pc:docMk/>
            <pc:sldMk cId="3699712288" sldId="313"/>
            <ac:spMk id="29" creationId="{F09AF341-2E0D-44D2-95BA-CFA025910D9E}"/>
          </ac:spMkLst>
        </pc:spChg>
        <pc:picChg chg="add mod ord">
          <ac:chgData name="강희재" userId="5f137378-fb9e-4efa-89ca-3d5ddf85b964" providerId="ADAL" clId="{670A3107-CC4E-4DBE-855E-71F6E8911ED4}" dt="2021-02-01T05:35:49.986" v="278" actId="167"/>
          <ac:picMkLst>
            <pc:docMk/>
            <pc:sldMk cId="3699712288" sldId="313"/>
            <ac:picMk id="20" creationId="{AD1211A4-D6B0-4243-8CBA-89814ADBD567}"/>
          </ac:picMkLst>
        </pc:picChg>
        <pc:picChg chg="add mod ord">
          <ac:chgData name="강희재" userId="5f137378-fb9e-4efa-89ca-3d5ddf85b964" providerId="ADAL" clId="{670A3107-CC4E-4DBE-855E-71F6E8911ED4}" dt="2021-02-01T05:36:06.066" v="285" actId="167"/>
          <ac:picMkLst>
            <pc:docMk/>
            <pc:sldMk cId="3699712288" sldId="313"/>
            <ac:picMk id="22" creationId="{2CD4A8C9-B03A-4541-A1E3-4EAC7B69D88D}"/>
          </ac:picMkLst>
        </pc:picChg>
        <pc:picChg chg="del">
          <ac:chgData name="강희재" userId="5f137378-fb9e-4efa-89ca-3d5ddf85b964" providerId="ADAL" clId="{670A3107-CC4E-4DBE-855E-71F6E8911ED4}" dt="2021-02-01T05:35:50.666" v="279" actId="478"/>
          <ac:picMkLst>
            <pc:docMk/>
            <pc:sldMk cId="3699712288" sldId="313"/>
            <ac:picMk id="25" creationId="{787237D0-F85A-428D-A359-CA1631AD4B5A}"/>
          </ac:picMkLst>
        </pc:picChg>
        <pc:picChg chg="del">
          <ac:chgData name="강희재" userId="5f137378-fb9e-4efa-89ca-3d5ddf85b964" providerId="ADAL" clId="{670A3107-CC4E-4DBE-855E-71F6E8911ED4}" dt="2021-02-01T05:36:06.898" v="286" actId="478"/>
          <ac:picMkLst>
            <pc:docMk/>
            <pc:sldMk cId="3699712288" sldId="313"/>
            <ac:picMk id="26" creationId="{4EEA05F8-6F52-4EBB-8CB7-3DC1166E1C89}"/>
          </ac:picMkLst>
        </pc:picChg>
      </pc:sldChg>
    </pc:docChg>
  </pc:docChgLst>
  <pc:docChgLst>
    <pc:chgData name="강희재" userId="5f137378-fb9e-4efa-89ca-3d5ddf85b964" providerId="ADAL" clId="{DE70F30A-D8E1-4AC9-A904-F328DBF349DE}"/>
    <pc:docChg chg="undo custSel modSld">
      <pc:chgData name="강희재" userId="5f137378-fb9e-4efa-89ca-3d5ddf85b964" providerId="ADAL" clId="{DE70F30A-D8E1-4AC9-A904-F328DBF349DE}" dt="2021-02-04T06:07:29.176" v="63"/>
      <pc:docMkLst>
        <pc:docMk/>
      </pc:docMkLst>
      <pc:sldChg chg="modSp mod">
        <pc:chgData name="강희재" userId="5f137378-fb9e-4efa-89ca-3d5ddf85b964" providerId="ADAL" clId="{DE70F30A-D8E1-4AC9-A904-F328DBF349DE}" dt="2021-02-04T06:07:29.176" v="63"/>
        <pc:sldMkLst>
          <pc:docMk/>
          <pc:sldMk cId="3182785965" sldId="304"/>
        </pc:sldMkLst>
        <pc:spChg chg="mod">
          <ac:chgData name="강희재" userId="5f137378-fb9e-4efa-89ca-3d5ddf85b964" providerId="ADAL" clId="{DE70F30A-D8E1-4AC9-A904-F328DBF349DE}" dt="2021-02-04T06:07:29.176" v="63"/>
          <ac:spMkLst>
            <pc:docMk/>
            <pc:sldMk cId="3182785965" sldId="304"/>
            <ac:spMk id="13" creationId="{00000000-0000-0000-0000-000000000000}"/>
          </ac:spMkLst>
        </pc:spChg>
      </pc:sldChg>
      <pc:sldChg chg="addSp delSp modSp mod">
        <pc:chgData name="강희재" userId="5f137378-fb9e-4efa-89ca-3d5ddf85b964" providerId="ADAL" clId="{DE70F30A-D8E1-4AC9-A904-F328DBF349DE}" dt="2021-02-04T06:06:37.130" v="46" actId="14100"/>
        <pc:sldMkLst>
          <pc:docMk/>
          <pc:sldMk cId="3699712288" sldId="313"/>
        </pc:sldMkLst>
        <pc:spChg chg="mod">
          <ac:chgData name="강희재" userId="5f137378-fb9e-4efa-89ca-3d5ddf85b964" providerId="ADAL" clId="{DE70F30A-D8E1-4AC9-A904-F328DBF349DE}" dt="2021-02-04T06:06:37.130" v="46" actId="14100"/>
          <ac:spMkLst>
            <pc:docMk/>
            <pc:sldMk cId="3699712288" sldId="313"/>
            <ac:spMk id="24" creationId="{5A2879F5-08A6-4EDD-AAE8-EE480C8643C0}"/>
          </ac:spMkLst>
        </pc:spChg>
        <pc:spChg chg="mod">
          <ac:chgData name="강희재" userId="5f137378-fb9e-4efa-89ca-3d5ddf85b964" providerId="ADAL" clId="{DE70F30A-D8E1-4AC9-A904-F328DBF349DE}" dt="2021-02-04T06:06:34.348" v="45" actId="1076"/>
          <ac:spMkLst>
            <pc:docMk/>
            <pc:sldMk cId="3699712288" sldId="313"/>
            <ac:spMk id="31" creationId="{57E8ED15-2990-4A32-9173-9A188546741D}"/>
          </ac:spMkLst>
        </pc:spChg>
        <pc:graphicFrameChg chg="add del mod">
          <ac:chgData name="강희재" userId="5f137378-fb9e-4efa-89ca-3d5ddf85b964" providerId="ADAL" clId="{DE70F30A-D8E1-4AC9-A904-F328DBF349DE}" dt="2021-02-04T06:05:27.630" v="23"/>
          <ac:graphicFrameMkLst>
            <pc:docMk/>
            <pc:sldMk cId="3699712288" sldId="313"/>
            <ac:graphicFrameMk id="4" creationId="{1ADB3854-C7A9-46BD-9132-EB9307A33486}"/>
          </ac:graphicFrameMkLst>
        </pc:graphicFrameChg>
        <pc:picChg chg="add del mod ord">
          <ac:chgData name="강희재" userId="5f137378-fb9e-4efa-89ca-3d5ddf85b964" providerId="ADAL" clId="{DE70F30A-D8E1-4AC9-A904-F328DBF349DE}" dt="2021-02-04T06:06:30.347" v="44" actId="478"/>
          <ac:picMkLst>
            <pc:docMk/>
            <pc:sldMk cId="3699712288" sldId="313"/>
            <ac:picMk id="8" creationId="{70D908EA-FB8B-4607-BAE0-4271EAE3247B}"/>
          </ac:picMkLst>
        </pc:picChg>
        <pc:picChg chg="del">
          <ac:chgData name="강희재" userId="5f137378-fb9e-4efa-89ca-3d5ddf85b964" providerId="ADAL" clId="{DE70F30A-D8E1-4AC9-A904-F328DBF349DE}" dt="2021-02-04T06:06:04.992" v="35" actId="478"/>
          <ac:picMkLst>
            <pc:docMk/>
            <pc:sldMk cId="3699712288" sldId="313"/>
            <ac:picMk id="9" creationId="{B9582270-D40B-4B25-90EE-B549A6D9A723}"/>
          </ac:picMkLst>
        </pc:picChg>
        <pc:picChg chg="add mod ord">
          <ac:chgData name="강희재" userId="5f137378-fb9e-4efa-89ca-3d5ddf85b964" providerId="ADAL" clId="{DE70F30A-D8E1-4AC9-A904-F328DBF349DE}" dt="2021-02-04T06:06:28.982" v="43" actId="167"/>
          <ac:picMkLst>
            <pc:docMk/>
            <pc:sldMk cId="3699712288" sldId="313"/>
            <ac:picMk id="15" creationId="{B6C2BE57-12EC-481F-8339-FE9596C6B14E}"/>
          </ac:picMkLst>
        </pc:picChg>
      </pc:sldChg>
    </pc:docChg>
  </pc:docChgLst>
  <pc:docChgLst>
    <pc:chgData name="강희재" userId="5f137378-fb9e-4efa-89ca-3d5ddf85b964" providerId="ADAL" clId="{8F891951-469F-4AB7-AE5C-59A0E481C176}"/>
    <pc:docChg chg="undo redo custSel addSld delSld modSld">
      <pc:chgData name="강희재" userId="5f137378-fb9e-4efa-89ca-3d5ddf85b964" providerId="ADAL" clId="{8F891951-469F-4AB7-AE5C-59A0E481C176}" dt="2021-02-02T00:48:42.989" v="1336"/>
      <pc:docMkLst>
        <pc:docMk/>
      </pc:docMkLst>
      <pc:sldChg chg="modSp mod">
        <pc:chgData name="강희재" userId="5f137378-fb9e-4efa-89ca-3d5ddf85b964" providerId="ADAL" clId="{8F891951-469F-4AB7-AE5C-59A0E481C176}" dt="2021-02-02T00:28:12.781" v="9"/>
        <pc:sldMkLst>
          <pc:docMk/>
          <pc:sldMk cId="3182785965" sldId="304"/>
        </pc:sldMkLst>
        <pc:spChg chg="mod">
          <ac:chgData name="강희재" userId="5f137378-fb9e-4efa-89ca-3d5ddf85b964" providerId="ADAL" clId="{8F891951-469F-4AB7-AE5C-59A0E481C176}" dt="2021-02-02T00:28:12.781" v="9"/>
          <ac:spMkLst>
            <pc:docMk/>
            <pc:sldMk cId="3182785965" sldId="304"/>
            <ac:spMk id="13" creationId="{00000000-0000-0000-0000-000000000000}"/>
          </ac:spMkLst>
        </pc:spChg>
      </pc:sldChg>
      <pc:sldChg chg="del">
        <pc:chgData name="강희재" userId="5f137378-fb9e-4efa-89ca-3d5ddf85b964" providerId="ADAL" clId="{8F891951-469F-4AB7-AE5C-59A0E481C176}" dt="2021-02-02T00:46:51.665" v="1170" actId="47"/>
        <pc:sldMkLst>
          <pc:docMk/>
          <pc:sldMk cId="550299942" sldId="310"/>
        </pc:sldMkLst>
      </pc:sldChg>
      <pc:sldChg chg="del">
        <pc:chgData name="강희재" userId="5f137378-fb9e-4efa-89ca-3d5ddf85b964" providerId="ADAL" clId="{8F891951-469F-4AB7-AE5C-59A0E481C176}" dt="2021-02-02T00:46:51.665" v="1170" actId="47"/>
        <pc:sldMkLst>
          <pc:docMk/>
          <pc:sldMk cId="2747845619" sldId="311"/>
        </pc:sldMkLst>
      </pc:sldChg>
      <pc:sldChg chg="addSp delSp modSp mod">
        <pc:chgData name="강희재" userId="5f137378-fb9e-4efa-89ca-3d5ddf85b964" providerId="ADAL" clId="{8F891951-469F-4AB7-AE5C-59A0E481C176}" dt="2021-02-02T00:48:42.989" v="1336"/>
        <pc:sldMkLst>
          <pc:docMk/>
          <pc:sldMk cId="3754260212" sldId="312"/>
        </pc:sldMkLst>
        <pc:spChg chg="mod">
          <ac:chgData name="강희재" userId="5f137378-fb9e-4efa-89ca-3d5ddf85b964" providerId="ADAL" clId="{8F891951-469F-4AB7-AE5C-59A0E481C176}" dt="2021-02-02T00:45:34.934" v="966" actId="20577"/>
          <ac:spMkLst>
            <pc:docMk/>
            <pc:sldMk cId="3754260212" sldId="312"/>
            <ac:spMk id="7" creationId="{00000000-0000-0000-0000-000000000000}"/>
          </ac:spMkLst>
        </pc:spChg>
        <pc:spChg chg="mod">
          <ac:chgData name="강희재" userId="5f137378-fb9e-4efa-89ca-3d5ddf85b964" providerId="ADAL" clId="{8F891951-469F-4AB7-AE5C-59A0E481C176}" dt="2021-02-02T00:48:30.790" v="1327" actId="207"/>
          <ac:spMkLst>
            <pc:docMk/>
            <pc:sldMk cId="3754260212" sldId="312"/>
            <ac:spMk id="14" creationId="{523B1517-9F72-4EFA-AC15-C16BA373338C}"/>
          </ac:spMkLst>
        </pc:spChg>
        <pc:spChg chg="mod">
          <ac:chgData name="강희재" userId="5f137378-fb9e-4efa-89ca-3d5ddf85b964" providerId="ADAL" clId="{8F891951-469F-4AB7-AE5C-59A0E481C176}" dt="2021-02-02T00:45:27.122" v="951" actId="14100"/>
          <ac:spMkLst>
            <pc:docMk/>
            <pc:sldMk cId="3754260212" sldId="312"/>
            <ac:spMk id="21" creationId="{AB782E37-24C0-4FE5-B274-C014065F91A1}"/>
          </ac:spMkLst>
        </pc:spChg>
        <pc:spChg chg="add mod">
          <ac:chgData name="강희재" userId="5f137378-fb9e-4efa-89ca-3d5ddf85b964" providerId="ADAL" clId="{8F891951-469F-4AB7-AE5C-59A0E481C176}" dt="2021-02-02T00:47:09.824" v="1174" actId="14100"/>
          <ac:spMkLst>
            <pc:docMk/>
            <pc:sldMk cId="3754260212" sldId="312"/>
            <ac:spMk id="24" creationId="{86E84416-18B2-4161-A4CA-DFA12EDECB29}"/>
          </ac:spMkLst>
        </pc:spChg>
        <pc:spChg chg="mod">
          <ac:chgData name="강희재" userId="5f137378-fb9e-4efa-89ca-3d5ddf85b964" providerId="ADAL" clId="{8F891951-469F-4AB7-AE5C-59A0E481C176}" dt="2021-02-02T00:48:42.989" v="1336"/>
          <ac:spMkLst>
            <pc:docMk/>
            <pc:sldMk cId="3754260212" sldId="312"/>
            <ac:spMk id="29" creationId="{F09AF341-2E0D-44D2-95BA-CFA025910D9E}"/>
          </ac:spMkLst>
        </pc:spChg>
        <pc:picChg chg="add mod ord">
          <ac:chgData name="강희재" userId="5f137378-fb9e-4efa-89ca-3d5ddf85b964" providerId="ADAL" clId="{8F891951-469F-4AB7-AE5C-59A0E481C176}" dt="2021-02-02T00:45:16.298" v="947" actId="167"/>
          <ac:picMkLst>
            <pc:docMk/>
            <pc:sldMk cId="3754260212" sldId="312"/>
            <ac:picMk id="5" creationId="{338D682A-F5C2-42D6-9786-B4EC41FE5B41}"/>
          </ac:picMkLst>
        </pc:picChg>
        <pc:picChg chg="add mod ord">
          <ac:chgData name="강희재" userId="5f137378-fb9e-4efa-89ca-3d5ddf85b964" providerId="ADAL" clId="{8F891951-469F-4AB7-AE5C-59A0E481C176}" dt="2021-02-02T00:46:14.929" v="983" actId="167"/>
          <ac:picMkLst>
            <pc:docMk/>
            <pc:sldMk cId="3754260212" sldId="312"/>
            <ac:picMk id="9" creationId="{6E549E44-1363-41A3-B8CF-F2E2365868B3}"/>
          </ac:picMkLst>
        </pc:picChg>
        <pc:picChg chg="del">
          <ac:chgData name="강희재" userId="5f137378-fb9e-4efa-89ca-3d5ddf85b964" providerId="ADAL" clId="{8F891951-469F-4AB7-AE5C-59A0E481C176}" dt="2021-02-02T00:45:17.043" v="948" actId="478"/>
          <ac:picMkLst>
            <pc:docMk/>
            <pc:sldMk cId="3754260212" sldId="312"/>
            <ac:picMk id="25" creationId="{787237D0-F85A-428D-A359-CA1631AD4B5A}"/>
          </ac:picMkLst>
        </pc:picChg>
        <pc:picChg chg="add del">
          <ac:chgData name="강희재" userId="5f137378-fb9e-4efa-89ca-3d5ddf85b964" providerId="ADAL" clId="{8F891951-469F-4AB7-AE5C-59A0E481C176}" dt="2021-02-02T00:46:13.154" v="982" actId="478"/>
          <ac:picMkLst>
            <pc:docMk/>
            <pc:sldMk cId="3754260212" sldId="312"/>
            <ac:picMk id="26" creationId="{4EEA05F8-6F52-4EBB-8CB7-3DC1166E1C89}"/>
          </ac:picMkLst>
        </pc:picChg>
      </pc:sldChg>
      <pc:sldChg chg="addSp delSp modSp mod">
        <pc:chgData name="강희재" userId="5f137378-fb9e-4efa-89ca-3d5ddf85b964" providerId="ADAL" clId="{8F891951-469F-4AB7-AE5C-59A0E481C176}" dt="2021-02-02T00:48:14.165" v="1325" actId="255"/>
        <pc:sldMkLst>
          <pc:docMk/>
          <pc:sldMk cId="3699712288" sldId="313"/>
        </pc:sldMkLst>
        <pc:spChg chg="mod">
          <ac:chgData name="강희재" userId="5f137378-fb9e-4efa-89ca-3d5ddf85b964" providerId="ADAL" clId="{8F891951-469F-4AB7-AE5C-59A0E481C176}" dt="2021-02-02T00:30:23.286" v="207" actId="6549"/>
          <ac:spMkLst>
            <pc:docMk/>
            <pc:sldMk cId="3699712288" sldId="313"/>
            <ac:spMk id="7" creationId="{00000000-0000-0000-0000-000000000000}"/>
          </ac:spMkLst>
        </pc:spChg>
        <pc:spChg chg="mod">
          <ac:chgData name="강희재" userId="5f137378-fb9e-4efa-89ca-3d5ddf85b964" providerId="ADAL" clId="{8F891951-469F-4AB7-AE5C-59A0E481C176}" dt="2021-02-02T00:48:14.165" v="1325" actId="255"/>
          <ac:spMkLst>
            <pc:docMk/>
            <pc:sldMk cId="3699712288" sldId="313"/>
            <ac:spMk id="14" creationId="{523B1517-9F72-4EFA-AC15-C16BA373338C}"/>
          </ac:spMkLst>
        </pc:spChg>
        <pc:spChg chg="del">
          <ac:chgData name="강희재" userId="5f137378-fb9e-4efa-89ca-3d5ddf85b964" providerId="ADAL" clId="{8F891951-469F-4AB7-AE5C-59A0E481C176}" dt="2021-02-02T00:28:30.923" v="12" actId="478"/>
          <ac:spMkLst>
            <pc:docMk/>
            <pc:sldMk cId="3699712288" sldId="313"/>
            <ac:spMk id="21" creationId="{AB782E37-24C0-4FE5-B274-C014065F91A1}"/>
          </ac:spMkLst>
        </pc:spChg>
        <pc:spChg chg="mod">
          <ac:chgData name="강희재" userId="5f137378-fb9e-4efa-89ca-3d5ddf85b964" providerId="ADAL" clId="{8F891951-469F-4AB7-AE5C-59A0E481C176}" dt="2021-02-02T00:32:48.961" v="219" actId="14100"/>
          <ac:spMkLst>
            <pc:docMk/>
            <pc:sldMk cId="3699712288" sldId="313"/>
            <ac:spMk id="24" creationId="{5A2879F5-08A6-4EDD-AAE8-EE480C8643C0}"/>
          </ac:spMkLst>
        </pc:spChg>
        <pc:spChg chg="del">
          <ac:chgData name="강희재" userId="5f137378-fb9e-4efa-89ca-3d5ddf85b964" providerId="ADAL" clId="{8F891951-469F-4AB7-AE5C-59A0E481C176}" dt="2021-02-02T00:29:33.744" v="30" actId="478"/>
          <ac:spMkLst>
            <pc:docMk/>
            <pc:sldMk cId="3699712288" sldId="313"/>
            <ac:spMk id="28" creationId="{FBF68F97-C32A-47A8-BAD2-6C17A01E7C24}"/>
          </ac:spMkLst>
        </pc:spChg>
        <pc:spChg chg="del">
          <ac:chgData name="강희재" userId="5f137378-fb9e-4efa-89ca-3d5ddf85b964" providerId="ADAL" clId="{8F891951-469F-4AB7-AE5C-59A0E481C176}" dt="2021-02-02T00:29:30.365" v="29" actId="478"/>
          <ac:spMkLst>
            <pc:docMk/>
            <pc:sldMk cId="3699712288" sldId="313"/>
            <ac:spMk id="29" creationId="{F09AF341-2E0D-44D2-95BA-CFA025910D9E}"/>
          </ac:spMkLst>
        </pc:spChg>
        <pc:spChg chg="mod">
          <ac:chgData name="강희재" userId="5f137378-fb9e-4efa-89ca-3d5ddf85b964" providerId="ADAL" clId="{8F891951-469F-4AB7-AE5C-59A0E481C176}" dt="2021-02-02T00:32:46.448" v="218" actId="1076"/>
          <ac:spMkLst>
            <pc:docMk/>
            <pc:sldMk cId="3699712288" sldId="313"/>
            <ac:spMk id="31" creationId="{57E8ED15-2990-4A32-9173-9A188546741D}"/>
          </ac:spMkLst>
        </pc:spChg>
        <pc:spChg chg="del">
          <ac:chgData name="강희재" userId="5f137378-fb9e-4efa-89ca-3d5ddf85b964" providerId="ADAL" clId="{8F891951-469F-4AB7-AE5C-59A0E481C176}" dt="2021-02-02T00:28:29.659" v="11" actId="478"/>
          <ac:spMkLst>
            <pc:docMk/>
            <pc:sldMk cId="3699712288" sldId="313"/>
            <ac:spMk id="32" creationId="{DFCA3417-40A7-4398-892D-6F3C00EE46D2}"/>
          </ac:spMkLst>
        </pc:spChg>
        <pc:picChg chg="add del mod ord">
          <ac:chgData name="강희재" userId="5f137378-fb9e-4efa-89ca-3d5ddf85b964" providerId="ADAL" clId="{8F891951-469F-4AB7-AE5C-59A0E481C176}" dt="2021-02-02T00:32:39.953" v="217" actId="478"/>
          <ac:picMkLst>
            <pc:docMk/>
            <pc:sldMk cId="3699712288" sldId="313"/>
            <ac:picMk id="5" creationId="{3FE04CEA-9B11-4092-993F-FF7E4E249FE5}"/>
          </ac:picMkLst>
        </pc:picChg>
        <pc:picChg chg="add mod ord">
          <ac:chgData name="강희재" userId="5f137378-fb9e-4efa-89ca-3d5ddf85b964" providerId="ADAL" clId="{8F891951-469F-4AB7-AE5C-59A0E481C176}" dt="2021-02-02T00:32:39.154" v="216" actId="167"/>
          <ac:picMkLst>
            <pc:docMk/>
            <pc:sldMk cId="3699712288" sldId="313"/>
            <ac:picMk id="9" creationId="{B9582270-D40B-4B25-90EE-B549A6D9A723}"/>
          </ac:picMkLst>
        </pc:picChg>
        <pc:picChg chg="del">
          <ac:chgData name="강희재" userId="5f137378-fb9e-4efa-89ca-3d5ddf85b964" providerId="ADAL" clId="{8F891951-469F-4AB7-AE5C-59A0E481C176}" dt="2021-02-02T00:29:11.822" v="24" actId="478"/>
          <ac:picMkLst>
            <pc:docMk/>
            <pc:sldMk cId="3699712288" sldId="313"/>
            <ac:picMk id="20" creationId="{AD1211A4-D6B0-4243-8CBA-89814ADBD567}"/>
          </ac:picMkLst>
        </pc:picChg>
        <pc:picChg chg="del">
          <ac:chgData name="강희재" userId="5f137378-fb9e-4efa-89ca-3d5ddf85b964" providerId="ADAL" clId="{8F891951-469F-4AB7-AE5C-59A0E481C176}" dt="2021-02-02T00:28:28.803" v="10" actId="478"/>
          <ac:picMkLst>
            <pc:docMk/>
            <pc:sldMk cId="3699712288" sldId="313"/>
            <ac:picMk id="22" creationId="{2CD4A8C9-B03A-4541-A1E3-4EAC7B69D88D}"/>
          </ac:picMkLst>
        </pc:picChg>
      </pc:sldChg>
      <pc:sldChg chg="addSp delSp modSp add mod">
        <pc:chgData name="강희재" userId="5f137378-fb9e-4efa-89ca-3d5ddf85b964" providerId="ADAL" clId="{8F891951-469F-4AB7-AE5C-59A0E481C176}" dt="2021-02-02T00:48:09.525" v="1324" actId="255"/>
        <pc:sldMkLst>
          <pc:docMk/>
          <pc:sldMk cId="792761159" sldId="314"/>
        </pc:sldMkLst>
        <pc:spChg chg="mod">
          <ac:chgData name="강희재" userId="5f137378-fb9e-4efa-89ca-3d5ddf85b964" providerId="ADAL" clId="{8F891951-469F-4AB7-AE5C-59A0E481C176}" dt="2021-02-02T00:48:09.525" v="1324" actId="255"/>
          <ac:spMkLst>
            <pc:docMk/>
            <pc:sldMk cId="792761159" sldId="314"/>
            <ac:spMk id="14" creationId="{523B1517-9F72-4EFA-AC15-C16BA373338C}"/>
          </ac:spMkLst>
        </pc:spChg>
        <pc:spChg chg="mod">
          <ac:chgData name="강희재" userId="5f137378-fb9e-4efa-89ca-3d5ddf85b964" providerId="ADAL" clId="{8F891951-469F-4AB7-AE5C-59A0E481C176}" dt="2021-02-02T00:34:11.958" v="274" actId="14100"/>
          <ac:spMkLst>
            <pc:docMk/>
            <pc:sldMk cId="792761159" sldId="314"/>
            <ac:spMk id="24" creationId="{5A2879F5-08A6-4EDD-AAE8-EE480C8643C0}"/>
          </ac:spMkLst>
        </pc:spChg>
        <pc:spChg chg="add mod">
          <ac:chgData name="강희재" userId="5f137378-fb9e-4efa-89ca-3d5ddf85b964" providerId="ADAL" clId="{8F891951-469F-4AB7-AE5C-59A0E481C176}" dt="2021-02-02T00:37:08.819" v="600" actId="14100"/>
          <ac:spMkLst>
            <pc:docMk/>
            <pc:sldMk cId="792761159" sldId="314"/>
            <ac:spMk id="25" creationId="{A04659F1-AE11-4C42-A84C-71D2FEB7C5DD}"/>
          </ac:spMkLst>
        </pc:spChg>
        <pc:spChg chg="add del mod">
          <ac:chgData name="강희재" userId="5f137378-fb9e-4efa-89ca-3d5ddf85b964" providerId="ADAL" clId="{8F891951-469F-4AB7-AE5C-59A0E481C176}" dt="2021-02-02T00:36:44.225" v="576"/>
          <ac:spMkLst>
            <pc:docMk/>
            <pc:sldMk cId="792761159" sldId="314"/>
            <ac:spMk id="26" creationId="{58023B74-36F3-4EB3-B37F-09953289755D}"/>
          </ac:spMkLst>
        </pc:spChg>
        <pc:spChg chg="add del mod">
          <ac:chgData name="강희재" userId="5f137378-fb9e-4efa-89ca-3d5ddf85b964" providerId="ADAL" clId="{8F891951-469F-4AB7-AE5C-59A0E481C176}" dt="2021-02-02T00:36:44.225" v="576"/>
          <ac:spMkLst>
            <pc:docMk/>
            <pc:sldMk cId="792761159" sldId="314"/>
            <ac:spMk id="27" creationId="{51D47EBE-8DD6-41EA-9CBD-5F2D3307F4DC}"/>
          </ac:spMkLst>
        </pc:spChg>
        <pc:spChg chg="add mod">
          <ac:chgData name="강희재" userId="5f137378-fb9e-4efa-89ca-3d5ddf85b964" providerId="ADAL" clId="{8F891951-469F-4AB7-AE5C-59A0E481C176}" dt="2021-02-02T00:36:48.787" v="585"/>
          <ac:spMkLst>
            <pc:docMk/>
            <pc:sldMk cId="792761159" sldId="314"/>
            <ac:spMk id="28" creationId="{BC658CD0-2213-4BA4-95E6-98094A433DC1}"/>
          </ac:spMkLst>
        </pc:spChg>
        <pc:spChg chg="add mod">
          <ac:chgData name="강희재" userId="5f137378-fb9e-4efa-89ca-3d5ddf85b964" providerId="ADAL" clId="{8F891951-469F-4AB7-AE5C-59A0E481C176}" dt="2021-02-02T00:48:05.397" v="1323" actId="255"/>
          <ac:spMkLst>
            <pc:docMk/>
            <pc:sldMk cId="792761159" sldId="314"/>
            <ac:spMk id="29" creationId="{B3D96E37-AF41-45D6-B6FC-BB5E15E1B5AB}"/>
          </ac:spMkLst>
        </pc:spChg>
        <pc:spChg chg="add mod">
          <ac:chgData name="강희재" userId="5f137378-fb9e-4efa-89ca-3d5ddf85b964" providerId="ADAL" clId="{8F891951-469F-4AB7-AE5C-59A0E481C176}" dt="2021-02-02T00:37:04.124" v="599" actId="20577"/>
          <ac:spMkLst>
            <pc:docMk/>
            <pc:sldMk cId="792761159" sldId="314"/>
            <ac:spMk id="30" creationId="{ADDB4D61-82E7-4322-9564-068F6CC853E1}"/>
          </ac:spMkLst>
        </pc:spChg>
        <pc:spChg chg="mod">
          <ac:chgData name="강희재" userId="5f137378-fb9e-4efa-89ca-3d5ddf85b964" providerId="ADAL" clId="{8F891951-469F-4AB7-AE5C-59A0E481C176}" dt="2021-02-02T00:34:08.795" v="273" actId="1076"/>
          <ac:spMkLst>
            <pc:docMk/>
            <pc:sldMk cId="792761159" sldId="314"/>
            <ac:spMk id="31" creationId="{57E8ED15-2990-4A32-9173-9A188546741D}"/>
          </ac:spMkLst>
        </pc:spChg>
        <pc:picChg chg="del">
          <ac:chgData name="강희재" userId="5f137378-fb9e-4efa-89ca-3d5ddf85b964" providerId="ADAL" clId="{8F891951-469F-4AB7-AE5C-59A0E481C176}" dt="2021-02-02T00:34:04.106" v="272" actId="478"/>
          <ac:picMkLst>
            <pc:docMk/>
            <pc:sldMk cId="792761159" sldId="314"/>
            <ac:picMk id="5" creationId="{3FE04CEA-9B11-4092-993F-FF7E4E249FE5}"/>
          </ac:picMkLst>
        </pc:picChg>
        <pc:picChg chg="add del">
          <ac:chgData name="강희재" userId="5f137378-fb9e-4efa-89ca-3d5ddf85b964" providerId="ADAL" clId="{8F891951-469F-4AB7-AE5C-59A0E481C176}" dt="2021-02-02T00:32:27.127" v="210" actId="22"/>
          <ac:picMkLst>
            <pc:docMk/>
            <pc:sldMk cId="792761159" sldId="314"/>
            <ac:picMk id="8" creationId="{A13FC02B-C25E-4BFD-B1DD-3483EACD4A11}"/>
          </ac:picMkLst>
        </pc:picChg>
        <pc:picChg chg="add mod ord">
          <ac:chgData name="강희재" userId="5f137378-fb9e-4efa-89ca-3d5ddf85b964" providerId="ADAL" clId="{8F891951-469F-4AB7-AE5C-59A0E481C176}" dt="2021-02-02T00:34:03.275" v="271" actId="167"/>
          <ac:picMkLst>
            <pc:docMk/>
            <pc:sldMk cId="792761159" sldId="314"/>
            <ac:picMk id="12" creationId="{92944AF2-0333-4342-A2F4-3A92308B813F}"/>
          </ac:picMkLst>
        </pc:picChg>
        <pc:picChg chg="add del mod">
          <ac:chgData name="강희재" userId="5f137378-fb9e-4efa-89ca-3d5ddf85b964" providerId="ADAL" clId="{8F891951-469F-4AB7-AE5C-59A0E481C176}" dt="2021-02-02T00:36:03.998" v="566" actId="22"/>
          <ac:picMkLst>
            <pc:docMk/>
            <pc:sldMk cId="792761159" sldId="314"/>
            <ac:picMk id="16" creationId="{95E9A663-F307-4689-8B7E-FED649CC4DFB}"/>
          </ac:picMkLst>
        </pc:picChg>
        <pc:picChg chg="add mod">
          <ac:chgData name="강희재" userId="5f137378-fb9e-4efa-89ca-3d5ddf85b964" providerId="ADAL" clId="{8F891951-469F-4AB7-AE5C-59A0E481C176}" dt="2021-02-02T00:36:27.787" v="571" actId="108"/>
          <ac:picMkLst>
            <pc:docMk/>
            <pc:sldMk cId="792761159" sldId="314"/>
            <ac:picMk id="18" creationId="{FF0A3090-20FF-4DA1-AC99-FF9C26F72A42}"/>
          </ac:picMkLst>
        </pc:picChg>
      </pc:sldChg>
      <pc:sldChg chg="addSp delSp modSp add mod">
        <pc:chgData name="강희재" userId="5f137378-fb9e-4efa-89ca-3d5ddf85b964" providerId="ADAL" clId="{8F891951-469F-4AB7-AE5C-59A0E481C176}" dt="2021-02-02T00:39:18.557" v="625" actId="20577"/>
        <pc:sldMkLst>
          <pc:docMk/>
          <pc:sldMk cId="2348688726" sldId="315"/>
        </pc:sldMkLst>
        <pc:spChg chg="mod">
          <ac:chgData name="강희재" userId="5f137378-fb9e-4efa-89ca-3d5ddf85b964" providerId="ADAL" clId="{8F891951-469F-4AB7-AE5C-59A0E481C176}" dt="2021-02-02T00:39:18.557" v="625" actId="20577"/>
          <ac:spMkLst>
            <pc:docMk/>
            <pc:sldMk cId="2348688726" sldId="315"/>
            <ac:spMk id="14" creationId="{523B1517-9F72-4EFA-AC15-C16BA373338C}"/>
          </ac:spMkLst>
        </pc:spChg>
        <pc:spChg chg="del">
          <ac:chgData name="강희재" userId="5f137378-fb9e-4efa-89ca-3d5ddf85b964" providerId="ADAL" clId="{8F891951-469F-4AB7-AE5C-59A0E481C176}" dt="2021-02-02T00:39:09.116" v="617" actId="478"/>
          <ac:spMkLst>
            <pc:docMk/>
            <pc:sldMk cId="2348688726" sldId="315"/>
            <ac:spMk id="24" creationId="{5A2879F5-08A6-4EDD-AAE8-EE480C8643C0}"/>
          </ac:spMkLst>
        </pc:spChg>
        <pc:spChg chg="mod">
          <ac:chgData name="강희재" userId="5f137378-fb9e-4efa-89ca-3d5ddf85b964" providerId="ADAL" clId="{8F891951-469F-4AB7-AE5C-59A0E481C176}" dt="2021-02-02T00:39:06.132" v="615" actId="14100"/>
          <ac:spMkLst>
            <pc:docMk/>
            <pc:sldMk cId="2348688726" sldId="315"/>
            <ac:spMk id="25" creationId="{A04659F1-AE11-4C42-A84C-71D2FEB7C5DD}"/>
          </ac:spMkLst>
        </pc:spChg>
        <pc:spChg chg="del">
          <ac:chgData name="강희재" userId="5f137378-fb9e-4efa-89ca-3d5ddf85b964" providerId="ADAL" clId="{8F891951-469F-4AB7-AE5C-59A0E481C176}" dt="2021-02-02T00:39:11.745" v="618" actId="478"/>
          <ac:spMkLst>
            <pc:docMk/>
            <pc:sldMk cId="2348688726" sldId="315"/>
            <ac:spMk id="28" creationId="{BC658CD0-2213-4BA4-95E6-98094A433DC1}"/>
          </ac:spMkLst>
        </pc:spChg>
        <pc:spChg chg="del">
          <ac:chgData name="강희재" userId="5f137378-fb9e-4efa-89ca-3d5ddf85b964" providerId="ADAL" clId="{8F891951-469F-4AB7-AE5C-59A0E481C176}" dt="2021-02-02T00:39:11.745" v="618" actId="478"/>
          <ac:spMkLst>
            <pc:docMk/>
            <pc:sldMk cId="2348688726" sldId="315"/>
            <ac:spMk id="29" creationId="{B3D96E37-AF41-45D6-B6FC-BB5E15E1B5AB}"/>
          </ac:spMkLst>
        </pc:spChg>
        <pc:spChg chg="mod">
          <ac:chgData name="강희재" userId="5f137378-fb9e-4efa-89ca-3d5ddf85b964" providerId="ADAL" clId="{8F891951-469F-4AB7-AE5C-59A0E481C176}" dt="2021-02-02T00:39:07.259" v="616" actId="20577"/>
          <ac:spMkLst>
            <pc:docMk/>
            <pc:sldMk cId="2348688726" sldId="315"/>
            <ac:spMk id="30" creationId="{ADDB4D61-82E7-4322-9564-068F6CC853E1}"/>
          </ac:spMkLst>
        </pc:spChg>
        <pc:spChg chg="del">
          <ac:chgData name="강희재" userId="5f137378-fb9e-4efa-89ca-3d5ddf85b964" providerId="ADAL" clId="{8F891951-469F-4AB7-AE5C-59A0E481C176}" dt="2021-02-02T00:39:09.116" v="617" actId="478"/>
          <ac:spMkLst>
            <pc:docMk/>
            <pc:sldMk cId="2348688726" sldId="315"/>
            <ac:spMk id="31" creationId="{57E8ED15-2990-4A32-9173-9A188546741D}"/>
          </ac:spMkLst>
        </pc:spChg>
        <pc:picChg chg="add mod ord">
          <ac:chgData name="강희재" userId="5f137378-fb9e-4efa-89ca-3d5ddf85b964" providerId="ADAL" clId="{8F891951-469F-4AB7-AE5C-59A0E481C176}" dt="2021-02-02T00:38:58.050" v="613" actId="1076"/>
          <ac:picMkLst>
            <pc:docMk/>
            <pc:sldMk cId="2348688726" sldId="315"/>
            <ac:picMk id="5" creationId="{AE370786-4D7A-43AA-8C04-22C097150B09}"/>
          </ac:picMkLst>
        </pc:picChg>
        <pc:picChg chg="del">
          <ac:chgData name="강희재" userId="5f137378-fb9e-4efa-89ca-3d5ddf85b964" providerId="ADAL" clId="{8F891951-469F-4AB7-AE5C-59A0E481C176}" dt="2021-02-02T00:38:27.676" v="607" actId="478"/>
          <ac:picMkLst>
            <pc:docMk/>
            <pc:sldMk cId="2348688726" sldId="315"/>
            <ac:picMk id="12" creationId="{92944AF2-0333-4342-A2F4-3A92308B813F}"/>
          </ac:picMkLst>
        </pc:picChg>
        <pc:picChg chg="del">
          <ac:chgData name="강희재" userId="5f137378-fb9e-4efa-89ca-3d5ddf85b964" providerId="ADAL" clId="{8F891951-469F-4AB7-AE5C-59A0E481C176}" dt="2021-02-02T00:38:29.326" v="608" actId="478"/>
          <ac:picMkLst>
            <pc:docMk/>
            <pc:sldMk cId="2348688726" sldId="315"/>
            <ac:picMk id="18" creationId="{FF0A3090-20FF-4DA1-AC99-FF9C26F72A42}"/>
          </ac:picMkLst>
        </pc:picChg>
      </pc:sldChg>
      <pc:sldChg chg="addSp delSp modSp add mod">
        <pc:chgData name="강희재" userId="5f137378-fb9e-4efa-89ca-3d5ddf85b964" providerId="ADAL" clId="{8F891951-469F-4AB7-AE5C-59A0E481C176}" dt="2021-02-02T00:40:12.530" v="632" actId="478"/>
        <pc:sldMkLst>
          <pc:docMk/>
          <pc:sldMk cId="4202527181" sldId="316"/>
        </pc:sldMkLst>
        <pc:picChg chg="del">
          <ac:chgData name="강희재" userId="5f137378-fb9e-4efa-89ca-3d5ddf85b964" providerId="ADAL" clId="{8F891951-469F-4AB7-AE5C-59A0E481C176}" dt="2021-02-02T00:40:12.530" v="632" actId="478"/>
          <ac:picMkLst>
            <pc:docMk/>
            <pc:sldMk cId="4202527181" sldId="316"/>
            <ac:picMk id="5" creationId="{AE370786-4D7A-43AA-8C04-22C097150B09}"/>
          </ac:picMkLst>
        </pc:picChg>
        <pc:picChg chg="add mod ord">
          <ac:chgData name="강희재" userId="5f137378-fb9e-4efa-89ca-3d5ddf85b964" providerId="ADAL" clId="{8F891951-469F-4AB7-AE5C-59A0E481C176}" dt="2021-02-02T00:40:10.804" v="631" actId="167"/>
          <ac:picMkLst>
            <pc:docMk/>
            <pc:sldMk cId="4202527181" sldId="316"/>
            <ac:picMk id="8" creationId="{83998FF2-AD3B-491F-B892-6FF6CD22AFCD}"/>
          </ac:picMkLst>
        </pc:picChg>
      </pc:sldChg>
      <pc:sldChg chg="addSp delSp modSp add mod">
        <pc:chgData name="강희재" userId="5f137378-fb9e-4efa-89ca-3d5ddf85b964" providerId="ADAL" clId="{8F891951-469F-4AB7-AE5C-59A0E481C176}" dt="2021-02-02T00:40:39.058" v="648" actId="20577"/>
        <pc:sldMkLst>
          <pc:docMk/>
          <pc:sldMk cId="2926726735" sldId="317"/>
        </pc:sldMkLst>
        <pc:spChg chg="mod">
          <ac:chgData name="강희재" userId="5f137378-fb9e-4efa-89ca-3d5ddf85b964" providerId="ADAL" clId="{8F891951-469F-4AB7-AE5C-59A0E481C176}" dt="2021-02-02T00:40:39.058" v="648" actId="20577"/>
          <ac:spMkLst>
            <pc:docMk/>
            <pc:sldMk cId="2926726735" sldId="317"/>
            <ac:spMk id="14" creationId="{523B1517-9F72-4EFA-AC15-C16BA373338C}"/>
          </ac:spMkLst>
        </pc:spChg>
        <pc:picChg chg="add mod ord">
          <ac:chgData name="강희재" userId="5f137378-fb9e-4efa-89ca-3d5ddf85b964" providerId="ADAL" clId="{8F891951-469F-4AB7-AE5C-59A0E481C176}" dt="2021-02-02T00:40:33.514" v="638" actId="167"/>
          <ac:picMkLst>
            <pc:docMk/>
            <pc:sldMk cId="2926726735" sldId="317"/>
            <ac:picMk id="5" creationId="{19A860E1-E30C-4C6A-9B15-1A3832A1CF38}"/>
          </ac:picMkLst>
        </pc:picChg>
        <pc:picChg chg="del">
          <ac:chgData name="강희재" userId="5f137378-fb9e-4efa-89ca-3d5ddf85b964" providerId="ADAL" clId="{8F891951-469F-4AB7-AE5C-59A0E481C176}" dt="2021-02-02T00:40:34.952" v="639" actId="478"/>
          <ac:picMkLst>
            <pc:docMk/>
            <pc:sldMk cId="2926726735" sldId="317"/>
            <ac:picMk id="8" creationId="{83998FF2-AD3B-491F-B892-6FF6CD22AFCD}"/>
          </ac:picMkLst>
        </pc:picChg>
      </pc:sldChg>
      <pc:sldChg chg="addSp delSp modSp add mod">
        <pc:chgData name="강희재" userId="5f137378-fb9e-4efa-89ca-3d5ddf85b964" providerId="ADAL" clId="{8F891951-469F-4AB7-AE5C-59A0E481C176}" dt="2021-02-02T00:47:52.304" v="1319"/>
        <pc:sldMkLst>
          <pc:docMk/>
          <pc:sldMk cId="1092671426" sldId="318"/>
        </pc:sldMkLst>
        <pc:spChg chg="mod">
          <ac:chgData name="강희재" userId="5f137378-fb9e-4efa-89ca-3d5ddf85b964" providerId="ADAL" clId="{8F891951-469F-4AB7-AE5C-59A0E481C176}" dt="2021-02-02T00:47:52.304" v="1319"/>
          <ac:spMkLst>
            <pc:docMk/>
            <pc:sldMk cId="1092671426" sldId="318"/>
            <ac:spMk id="14" creationId="{523B1517-9F72-4EFA-AC15-C16BA373338C}"/>
          </ac:spMkLst>
        </pc:spChg>
        <pc:spChg chg="add mod">
          <ac:chgData name="강희재" userId="5f137378-fb9e-4efa-89ca-3d5ddf85b964" providerId="ADAL" clId="{8F891951-469F-4AB7-AE5C-59A0E481C176}" dt="2021-02-02T00:43:26.359" v="821" actId="1076"/>
          <ac:spMkLst>
            <pc:docMk/>
            <pc:sldMk cId="1092671426" sldId="318"/>
            <ac:spMk id="22" creationId="{6CFBC2AA-1FEA-4BCE-9EA7-8F7A59E730C9}"/>
          </ac:spMkLst>
        </pc:spChg>
        <pc:spChg chg="add del">
          <ac:chgData name="강희재" userId="5f137378-fb9e-4efa-89ca-3d5ddf85b964" providerId="ADAL" clId="{8F891951-469F-4AB7-AE5C-59A0E481C176}" dt="2021-02-02T00:42:32.598" v="733" actId="478"/>
          <ac:spMkLst>
            <pc:docMk/>
            <pc:sldMk cId="1092671426" sldId="318"/>
            <ac:spMk id="25" creationId="{A04659F1-AE11-4C42-A84C-71D2FEB7C5DD}"/>
          </ac:spMkLst>
        </pc:spChg>
        <pc:spChg chg="add del mod">
          <ac:chgData name="강희재" userId="5f137378-fb9e-4efa-89ca-3d5ddf85b964" providerId="ADAL" clId="{8F891951-469F-4AB7-AE5C-59A0E481C176}" dt="2021-02-02T00:42:30.221" v="732" actId="1076"/>
          <ac:spMkLst>
            <pc:docMk/>
            <pc:sldMk cId="1092671426" sldId="318"/>
            <ac:spMk id="30" creationId="{ADDB4D61-82E7-4322-9564-068F6CC853E1}"/>
          </ac:spMkLst>
        </pc:spChg>
        <pc:picChg chg="del">
          <ac:chgData name="강희재" userId="5f137378-fb9e-4efa-89ca-3d5ddf85b964" providerId="ADAL" clId="{8F891951-469F-4AB7-AE5C-59A0E481C176}" dt="2021-02-02T00:41:39.862" v="654" actId="478"/>
          <ac:picMkLst>
            <pc:docMk/>
            <pc:sldMk cId="1092671426" sldId="318"/>
            <ac:picMk id="5" creationId="{19A860E1-E30C-4C6A-9B15-1A3832A1CF38}"/>
          </ac:picMkLst>
        </pc:picChg>
        <pc:picChg chg="add mod ord">
          <ac:chgData name="강희재" userId="5f137378-fb9e-4efa-89ca-3d5ddf85b964" providerId="ADAL" clId="{8F891951-469F-4AB7-AE5C-59A0E481C176}" dt="2021-02-02T00:41:38.098" v="653" actId="167"/>
          <ac:picMkLst>
            <pc:docMk/>
            <pc:sldMk cId="1092671426" sldId="318"/>
            <ac:picMk id="8" creationId="{C7826910-0440-4F90-8EB6-355F82FDAA09}"/>
          </ac:picMkLst>
        </pc:picChg>
        <pc:picChg chg="add mod">
          <ac:chgData name="강희재" userId="5f137378-fb9e-4efa-89ca-3d5ddf85b964" providerId="ADAL" clId="{8F891951-469F-4AB7-AE5C-59A0E481C176}" dt="2021-02-02T00:42:46.908" v="738" actId="1076"/>
          <ac:picMkLst>
            <pc:docMk/>
            <pc:sldMk cId="1092671426" sldId="318"/>
            <ac:picMk id="12" creationId="{8BB648EA-71AB-4AEB-95D5-A5955EFE0A29}"/>
          </ac:picMkLst>
        </pc:picChg>
        <pc:picChg chg="add mod">
          <ac:chgData name="강희재" userId="5f137378-fb9e-4efa-89ca-3d5ddf85b964" providerId="ADAL" clId="{8F891951-469F-4AB7-AE5C-59A0E481C176}" dt="2021-02-02T00:42:50.150" v="739" actId="1076"/>
          <ac:picMkLst>
            <pc:docMk/>
            <pc:sldMk cId="1092671426" sldId="318"/>
            <ac:picMk id="16" creationId="{32E17B2E-5107-4A34-877A-B392F40598F2}"/>
          </ac:picMkLst>
        </pc:picChg>
      </pc:sldChg>
      <pc:sldChg chg="addSp delSp modSp add mod">
        <pc:chgData name="강희재" userId="5f137378-fb9e-4efa-89ca-3d5ddf85b964" providerId="ADAL" clId="{8F891951-469F-4AB7-AE5C-59A0E481C176}" dt="2021-02-02T00:47:48.917" v="1317" actId="108"/>
        <pc:sldMkLst>
          <pc:docMk/>
          <pc:sldMk cId="643341179" sldId="319"/>
        </pc:sldMkLst>
        <pc:spChg chg="mod">
          <ac:chgData name="강희재" userId="5f137378-fb9e-4efa-89ca-3d5ddf85b964" providerId="ADAL" clId="{8F891951-469F-4AB7-AE5C-59A0E481C176}" dt="2021-02-02T00:47:48.917" v="1317" actId="108"/>
          <ac:spMkLst>
            <pc:docMk/>
            <pc:sldMk cId="643341179" sldId="319"/>
            <ac:spMk id="14" creationId="{523B1517-9F72-4EFA-AC15-C16BA373338C}"/>
          </ac:spMkLst>
        </pc:spChg>
        <pc:spChg chg="add mod">
          <ac:chgData name="강희재" userId="5f137378-fb9e-4efa-89ca-3d5ddf85b964" providerId="ADAL" clId="{8F891951-469F-4AB7-AE5C-59A0E481C176}" dt="2021-02-02T00:44:11.194" v="930" actId="1076"/>
          <ac:spMkLst>
            <pc:docMk/>
            <pc:sldMk cId="643341179" sldId="319"/>
            <ac:spMk id="20" creationId="{F17CAF3F-42B8-4EB6-AD41-DB7FF0BBB696}"/>
          </ac:spMkLst>
        </pc:spChg>
        <pc:spChg chg="del">
          <ac:chgData name="강희재" userId="5f137378-fb9e-4efa-89ca-3d5ddf85b964" providerId="ADAL" clId="{8F891951-469F-4AB7-AE5C-59A0E481C176}" dt="2021-02-02T00:43:55.614" v="923" actId="478"/>
          <ac:spMkLst>
            <pc:docMk/>
            <pc:sldMk cId="643341179" sldId="319"/>
            <ac:spMk id="22" creationId="{6CFBC2AA-1FEA-4BCE-9EA7-8F7A59E730C9}"/>
          </ac:spMkLst>
        </pc:spChg>
        <pc:spChg chg="mod">
          <ac:chgData name="강희재" userId="5f137378-fb9e-4efa-89ca-3d5ddf85b964" providerId="ADAL" clId="{8F891951-469F-4AB7-AE5C-59A0E481C176}" dt="2021-02-02T00:44:17.744" v="931" actId="1076"/>
          <ac:spMkLst>
            <pc:docMk/>
            <pc:sldMk cId="643341179" sldId="319"/>
            <ac:spMk id="30" creationId="{ADDB4D61-82E7-4322-9564-068F6CC853E1}"/>
          </ac:spMkLst>
        </pc:spChg>
        <pc:picChg chg="add mod ord">
          <ac:chgData name="강희재" userId="5f137378-fb9e-4efa-89ca-3d5ddf85b964" providerId="ADAL" clId="{8F891951-469F-4AB7-AE5C-59A0E481C176}" dt="2021-02-02T00:44:03.233" v="927" actId="167"/>
          <ac:picMkLst>
            <pc:docMk/>
            <pc:sldMk cId="643341179" sldId="319"/>
            <ac:picMk id="5" creationId="{6448E48E-4AA9-4D33-BDB7-0D119F74803B}"/>
          </ac:picMkLst>
        </pc:picChg>
        <pc:picChg chg="del">
          <ac:chgData name="강희재" userId="5f137378-fb9e-4efa-89ca-3d5ddf85b964" providerId="ADAL" clId="{8F891951-469F-4AB7-AE5C-59A0E481C176}" dt="2021-02-02T00:44:04.047" v="928" actId="478"/>
          <ac:picMkLst>
            <pc:docMk/>
            <pc:sldMk cId="643341179" sldId="319"/>
            <ac:picMk id="8" creationId="{C7826910-0440-4F90-8EB6-355F82FDAA09}"/>
          </ac:picMkLst>
        </pc:picChg>
        <pc:picChg chg="del">
          <ac:chgData name="강희재" userId="5f137378-fb9e-4efa-89ca-3d5ddf85b964" providerId="ADAL" clId="{8F891951-469F-4AB7-AE5C-59A0E481C176}" dt="2021-02-02T00:43:54.150" v="921" actId="478"/>
          <ac:picMkLst>
            <pc:docMk/>
            <pc:sldMk cId="643341179" sldId="319"/>
            <ac:picMk id="12" creationId="{8BB648EA-71AB-4AEB-95D5-A5955EFE0A29}"/>
          </ac:picMkLst>
        </pc:picChg>
        <pc:picChg chg="del">
          <ac:chgData name="강희재" userId="5f137378-fb9e-4efa-89ca-3d5ddf85b964" providerId="ADAL" clId="{8F891951-469F-4AB7-AE5C-59A0E481C176}" dt="2021-02-02T00:43:54.553" v="922" actId="478"/>
          <ac:picMkLst>
            <pc:docMk/>
            <pc:sldMk cId="643341179" sldId="319"/>
            <ac:picMk id="16" creationId="{32E17B2E-5107-4A34-877A-B392F40598F2}"/>
          </ac:picMkLst>
        </pc:picChg>
      </pc:sldChg>
    </pc:docChg>
  </pc:docChgLst>
  <pc:docChgLst>
    <pc:chgData name="강희재" userId="5f137378-fb9e-4efa-89ca-3d5ddf85b964" providerId="ADAL" clId="{2F315285-530F-46C6-9DFF-9D65BCB91F69}"/>
    <pc:docChg chg="custSel modSld">
      <pc:chgData name="강희재" userId="5f137378-fb9e-4efa-89ca-3d5ddf85b964" providerId="ADAL" clId="{2F315285-530F-46C6-9DFF-9D65BCB91F69}" dt="2021-02-21T23:57:04.235" v="8" actId="478"/>
      <pc:docMkLst>
        <pc:docMk/>
      </pc:docMkLst>
      <pc:sldChg chg="delSp mod">
        <pc:chgData name="강희재" userId="5f137378-fb9e-4efa-89ca-3d5ddf85b964" providerId="ADAL" clId="{2F315285-530F-46C6-9DFF-9D65BCB91F69}" dt="2021-02-21T23:56:46.253" v="0" actId="478"/>
        <pc:sldMkLst>
          <pc:docMk/>
          <pc:sldMk cId="3182785965" sldId="304"/>
        </pc:sldMkLst>
        <pc:picChg chg="del">
          <ac:chgData name="강희재" userId="5f137378-fb9e-4efa-89ca-3d5ddf85b964" providerId="ADAL" clId="{2F315285-530F-46C6-9DFF-9D65BCB91F69}" dt="2021-02-21T23:56:46.253" v="0" actId="478"/>
          <ac:picMkLst>
            <pc:docMk/>
            <pc:sldMk cId="3182785965" sldId="304"/>
            <ac:picMk id="12" creationId="{00000000-0000-0000-0000-000000000000}"/>
          </ac:picMkLst>
        </pc:picChg>
        <pc:picChg chg="del">
          <ac:chgData name="강희재" userId="5f137378-fb9e-4efa-89ca-3d5ddf85b964" providerId="ADAL" clId="{2F315285-530F-46C6-9DFF-9D65BCB91F69}" dt="2021-02-21T23:56:46.253" v="0" actId="478"/>
          <ac:picMkLst>
            <pc:docMk/>
            <pc:sldMk cId="3182785965" sldId="304"/>
            <ac:picMk id="15" creationId="{00000000-0000-0000-0000-000000000000}"/>
          </ac:picMkLst>
        </pc:picChg>
      </pc:sldChg>
      <pc:sldChg chg="delSp mod">
        <pc:chgData name="강희재" userId="5f137378-fb9e-4efa-89ca-3d5ddf85b964" providerId="ADAL" clId="{2F315285-530F-46C6-9DFF-9D65BCB91F69}" dt="2021-02-21T23:57:04.235" v="8" actId="478"/>
        <pc:sldMkLst>
          <pc:docMk/>
          <pc:sldMk cId="3754260212" sldId="312"/>
        </pc:sldMkLst>
        <pc:picChg chg="del">
          <ac:chgData name="강희재" userId="5f137378-fb9e-4efa-89ca-3d5ddf85b964" providerId="ADAL" clId="{2F315285-530F-46C6-9DFF-9D65BCB91F69}" dt="2021-02-21T23:57:04.235" v="8" actId="478"/>
          <ac:picMkLst>
            <pc:docMk/>
            <pc:sldMk cId="3754260212" sldId="312"/>
            <ac:picMk id="36" creationId="{00000000-0000-0000-0000-000000000000}"/>
          </ac:picMkLst>
        </pc:picChg>
        <pc:picChg chg="del">
          <ac:chgData name="강희재" userId="5f137378-fb9e-4efa-89ca-3d5ddf85b964" providerId="ADAL" clId="{2F315285-530F-46C6-9DFF-9D65BCB91F69}" dt="2021-02-21T23:57:04.235" v="8" actId="478"/>
          <ac:picMkLst>
            <pc:docMk/>
            <pc:sldMk cId="3754260212" sldId="312"/>
            <ac:picMk id="41" creationId="{00000000-0000-0000-0000-000000000000}"/>
          </ac:picMkLst>
        </pc:picChg>
      </pc:sldChg>
      <pc:sldChg chg="delSp mod">
        <pc:chgData name="강희재" userId="5f137378-fb9e-4efa-89ca-3d5ddf85b964" providerId="ADAL" clId="{2F315285-530F-46C6-9DFF-9D65BCB91F69}" dt="2021-02-21T23:56:51.535" v="1" actId="478"/>
        <pc:sldMkLst>
          <pc:docMk/>
          <pc:sldMk cId="3699712288" sldId="313"/>
        </pc:sldMkLst>
        <pc:picChg chg="del">
          <ac:chgData name="강희재" userId="5f137378-fb9e-4efa-89ca-3d5ddf85b964" providerId="ADAL" clId="{2F315285-530F-46C6-9DFF-9D65BCB91F69}" dt="2021-02-21T23:56:51.535" v="1" actId="478"/>
          <ac:picMkLst>
            <pc:docMk/>
            <pc:sldMk cId="3699712288" sldId="313"/>
            <ac:picMk id="36" creationId="{00000000-0000-0000-0000-000000000000}"/>
          </ac:picMkLst>
        </pc:picChg>
        <pc:picChg chg="del">
          <ac:chgData name="강희재" userId="5f137378-fb9e-4efa-89ca-3d5ddf85b964" providerId="ADAL" clId="{2F315285-530F-46C6-9DFF-9D65BCB91F69}" dt="2021-02-21T23:56:51.535" v="1" actId="478"/>
          <ac:picMkLst>
            <pc:docMk/>
            <pc:sldMk cId="3699712288" sldId="313"/>
            <ac:picMk id="41" creationId="{00000000-0000-0000-0000-000000000000}"/>
          </ac:picMkLst>
        </pc:picChg>
      </pc:sldChg>
      <pc:sldChg chg="delSp mod">
        <pc:chgData name="강희재" userId="5f137378-fb9e-4efa-89ca-3d5ddf85b964" providerId="ADAL" clId="{2F315285-530F-46C6-9DFF-9D65BCB91F69}" dt="2021-02-21T23:56:53.003" v="2" actId="478"/>
        <pc:sldMkLst>
          <pc:docMk/>
          <pc:sldMk cId="792761159" sldId="314"/>
        </pc:sldMkLst>
        <pc:picChg chg="del">
          <ac:chgData name="강희재" userId="5f137378-fb9e-4efa-89ca-3d5ddf85b964" providerId="ADAL" clId="{2F315285-530F-46C6-9DFF-9D65BCB91F69}" dt="2021-02-21T23:56:53.003" v="2" actId="478"/>
          <ac:picMkLst>
            <pc:docMk/>
            <pc:sldMk cId="792761159" sldId="314"/>
            <ac:picMk id="36" creationId="{00000000-0000-0000-0000-000000000000}"/>
          </ac:picMkLst>
        </pc:picChg>
        <pc:picChg chg="del">
          <ac:chgData name="강희재" userId="5f137378-fb9e-4efa-89ca-3d5ddf85b964" providerId="ADAL" clId="{2F315285-530F-46C6-9DFF-9D65BCB91F69}" dt="2021-02-21T23:56:53.003" v="2" actId="478"/>
          <ac:picMkLst>
            <pc:docMk/>
            <pc:sldMk cId="792761159" sldId="314"/>
            <ac:picMk id="41" creationId="{00000000-0000-0000-0000-000000000000}"/>
          </ac:picMkLst>
        </pc:picChg>
      </pc:sldChg>
      <pc:sldChg chg="delSp mod">
        <pc:chgData name="강희재" userId="5f137378-fb9e-4efa-89ca-3d5ddf85b964" providerId="ADAL" clId="{2F315285-530F-46C6-9DFF-9D65BCB91F69}" dt="2021-02-21T23:56:54.485" v="3" actId="478"/>
        <pc:sldMkLst>
          <pc:docMk/>
          <pc:sldMk cId="2348688726" sldId="315"/>
        </pc:sldMkLst>
        <pc:picChg chg="del">
          <ac:chgData name="강희재" userId="5f137378-fb9e-4efa-89ca-3d5ddf85b964" providerId="ADAL" clId="{2F315285-530F-46C6-9DFF-9D65BCB91F69}" dt="2021-02-21T23:56:54.485" v="3" actId="478"/>
          <ac:picMkLst>
            <pc:docMk/>
            <pc:sldMk cId="2348688726" sldId="315"/>
            <ac:picMk id="36" creationId="{00000000-0000-0000-0000-000000000000}"/>
          </ac:picMkLst>
        </pc:picChg>
        <pc:picChg chg="del">
          <ac:chgData name="강희재" userId="5f137378-fb9e-4efa-89ca-3d5ddf85b964" providerId="ADAL" clId="{2F315285-530F-46C6-9DFF-9D65BCB91F69}" dt="2021-02-21T23:56:54.485" v="3" actId="478"/>
          <ac:picMkLst>
            <pc:docMk/>
            <pc:sldMk cId="2348688726" sldId="315"/>
            <ac:picMk id="41" creationId="{00000000-0000-0000-0000-000000000000}"/>
          </ac:picMkLst>
        </pc:picChg>
      </pc:sldChg>
      <pc:sldChg chg="delSp mod">
        <pc:chgData name="강희재" userId="5f137378-fb9e-4efa-89ca-3d5ddf85b964" providerId="ADAL" clId="{2F315285-530F-46C6-9DFF-9D65BCB91F69}" dt="2021-02-21T23:56:56.138" v="4" actId="478"/>
        <pc:sldMkLst>
          <pc:docMk/>
          <pc:sldMk cId="4202527181" sldId="316"/>
        </pc:sldMkLst>
        <pc:picChg chg="del">
          <ac:chgData name="강희재" userId="5f137378-fb9e-4efa-89ca-3d5ddf85b964" providerId="ADAL" clId="{2F315285-530F-46C6-9DFF-9D65BCB91F69}" dt="2021-02-21T23:56:56.138" v="4" actId="478"/>
          <ac:picMkLst>
            <pc:docMk/>
            <pc:sldMk cId="4202527181" sldId="316"/>
            <ac:picMk id="36" creationId="{00000000-0000-0000-0000-000000000000}"/>
          </ac:picMkLst>
        </pc:picChg>
        <pc:picChg chg="del">
          <ac:chgData name="강희재" userId="5f137378-fb9e-4efa-89ca-3d5ddf85b964" providerId="ADAL" clId="{2F315285-530F-46C6-9DFF-9D65BCB91F69}" dt="2021-02-21T23:56:56.138" v="4" actId="478"/>
          <ac:picMkLst>
            <pc:docMk/>
            <pc:sldMk cId="4202527181" sldId="316"/>
            <ac:picMk id="41" creationId="{00000000-0000-0000-0000-000000000000}"/>
          </ac:picMkLst>
        </pc:picChg>
      </pc:sldChg>
      <pc:sldChg chg="delSp mod">
        <pc:chgData name="강희재" userId="5f137378-fb9e-4efa-89ca-3d5ddf85b964" providerId="ADAL" clId="{2F315285-530F-46C6-9DFF-9D65BCB91F69}" dt="2021-02-21T23:56:57.836" v="5" actId="478"/>
        <pc:sldMkLst>
          <pc:docMk/>
          <pc:sldMk cId="2926726735" sldId="317"/>
        </pc:sldMkLst>
        <pc:picChg chg="del">
          <ac:chgData name="강희재" userId="5f137378-fb9e-4efa-89ca-3d5ddf85b964" providerId="ADAL" clId="{2F315285-530F-46C6-9DFF-9D65BCB91F69}" dt="2021-02-21T23:56:57.836" v="5" actId="478"/>
          <ac:picMkLst>
            <pc:docMk/>
            <pc:sldMk cId="2926726735" sldId="317"/>
            <ac:picMk id="36" creationId="{00000000-0000-0000-0000-000000000000}"/>
          </ac:picMkLst>
        </pc:picChg>
        <pc:picChg chg="del">
          <ac:chgData name="강희재" userId="5f137378-fb9e-4efa-89ca-3d5ddf85b964" providerId="ADAL" clId="{2F315285-530F-46C6-9DFF-9D65BCB91F69}" dt="2021-02-21T23:56:57.836" v="5" actId="478"/>
          <ac:picMkLst>
            <pc:docMk/>
            <pc:sldMk cId="2926726735" sldId="317"/>
            <ac:picMk id="41" creationId="{00000000-0000-0000-0000-000000000000}"/>
          </ac:picMkLst>
        </pc:picChg>
      </pc:sldChg>
      <pc:sldChg chg="delSp mod">
        <pc:chgData name="강희재" userId="5f137378-fb9e-4efa-89ca-3d5ddf85b964" providerId="ADAL" clId="{2F315285-530F-46C6-9DFF-9D65BCB91F69}" dt="2021-02-21T23:56:59.554" v="6" actId="478"/>
        <pc:sldMkLst>
          <pc:docMk/>
          <pc:sldMk cId="1092671426" sldId="318"/>
        </pc:sldMkLst>
        <pc:picChg chg="del">
          <ac:chgData name="강희재" userId="5f137378-fb9e-4efa-89ca-3d5ddf85b964" providerId="ADAL" clId="{2F315285-530F-46C6-9DFF-9D65BCB91F69}" dt="2021-02-21T23:56:59.554" v="6" actId="478"/>
          <ac:picMkLst>
            <pc:docMk/>
            <pc:sldMk cId="1092671426" sldId="318"/>
            <ac:picMk id="36" creationId="{00000000-0000-0000-0000-000000000000}"/>
          </ac:picMkLst>
        </pc:picChg>
        <pc:picChg chg="del">
          <ac:chgData name="강희재" userId="5f137378-fb9e-4efa-89ca-3d5ddf85b964" providerId="ADAL" clId="{2F315285-530F-46C6-9DFF-9D65BCB91F69}" dt="2021-02-21T23:56:59.554" v="6" actId="478"/>
          <ac:picMkLst>
            <pc:docMk/>
            <pc:sldMk cId="1092671426" sldId="318"/>
            <ac:picMk id="41" creationId="{00000000-0000-0000-0000-000000000000}"/>
          </ac:picMkLst>
        </pc:picChg>
      </pc:sldChg>
      <pc:sldChg chg="delSp mod">
        <pc:chgData name="강희재" userId="5f137378-fb9e-4efa-89ca-3d5ddf85b964" providerId="ADAL" clId="{2F315285-530F-46C6-9DFF-9D65BCB91F69}" dt="2021-02-21T23:57:02.186" v="7" actId="478"/>
        <pc:sldMkLst>
          <pc:docMk/>
          <pc:sldMk cId="643341179" sldId="319"/>
        </pc:sldMkLst>
        <pc:picChg chg="del">
          <ac:chgData name="강희재" userId="5f137378-fb9e-4efa-89ca-3d5ddf85b964" providerId="ADAL" clId="{2F315285-530F-46C6-9DFF-9D65BCB91F69}" dt="2021-02-21T23:57:02.186" v="7" actId="478"/>
          <ac:picMkLst>
            <pc:docMk/>
            <pc:sldMk cId="643341179" sldId="319"/>
            <ac:picMk id="36" creationId="{00000000-0000-0000-0000-000000000000}"/>
          </ac:picMkLst>
        </pc:picChg>
        <pc:picChg chg="del">
          <ac:chgData name="강희재" userId="5f137378-fb9e-4efa-89ca-3d5ddf85b964" providerId="ADAL" clId="{2F315285-530F-46C6-9DFF-9D65BCB91F69}" dt="2021-02-21T23:57:02.186" v="7" actId="478"/>
          <ac:picMkLst>
            <pc:docMk/>
            <pc:sldMk cId="643341179" sldId="319"/>
            <ac:picMk id="41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CA6C6B-6632-4846-8023-FDB30B6C204D}" type="datetimeFigureOut">
              <a:rPr lang="ko-KR" altLang="en-US" smtClean="0"/>
              <a:t>2021-02-22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8C46BF-388E-4046-A6CA-DC885367DA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229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B1286-5CC1-45C4-8347-93FB94CB0D6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26720" y="6412528"/>
            <a:ext cx="1666240" cy="308951"/>
          </a:xfr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6443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57A4-8791-43EA-BC2F-A004588130D8}" type="datetimeFigureOut">
              <a:rPr lang="ko-KR" altLang="en-US" smtClean="0"/>
              <a:t>2021-02-22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B1286-5CC1-45C4-8347-93FB94CB0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143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1" y="1709742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1" y="4589467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57A4-8791-43EA-BC2F-A004588130D8}" type="datetimeFigureOut">
              <a:rPr lang="ko-KR" altLang="en-US" smtClean="0"/>
              <a:t>2021-02-22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B1286-5CC1-45C4-8347-93FB94CB0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3600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57A4-8791-43EA-BC2F-A004588130D8}" type="datetimeFigureOut">
              <a:rPr lang="ko-KR" altLang="en-US" smtClean="0"/>
              <a:t>2021-02-22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B1286-5CC1-45C4-8347-93FB94CB0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375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57A4-8791-43EA-BC2F-A004588130D8}" type="datetimeFigureOut">
              <a:rPr lang="ko-KR" altLang="en-US" smtClean="0"/>
              <a:t>2021-02-22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B1286-5CC1-45C4-8347-93FB94CB0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562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57A4-8791-43EA-BC2F-A004588130D8}" type="datetimeFigureOut">
              <a:rPr lang="ko-KR" altLang="en-US" smtClean="0"/>
              <a:t>2021-02-22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B1286-5CC1-45C4-8347-93FB94CB0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7846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57A4-8791-43EA-BC2F-A004588130D8}" type="datetimeFigureOut">
              <a:rPr lang="ko-KR" altLang="en-US" smtClean="0"/>
              <a:t>2021-02-22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B1286-5CC1-45C4-8347-93FB94CB0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2569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57A4-8791-43EA-BC2F-A004588130D8}" type="datetimeFigureOut">
              <a:rPr lang="ko-KR" altLang="en-US" smtClean="0"/>
              <a:t>2021-02-22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B1286-5CC1-45C4-8347-93FB94CB0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5210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57A4-8791-43EA-BC2F-A004588130D8}" type="datetimeFigureOut">
              <a:rPr lang="ko-KR" altLang="en-US" smtClean="0"/>
              <a:t>2021-02-22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B1286-5CC1-45C4-8347-93FB94CB0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005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57A4-8791-43EA-BC2F-A004588130D8}" type="datetimeFigureOut">
              <a:rPr lang="ko-KR" altLang="en-US" smtClean="0"/>
              <a:t>2021-02-22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B1286-5CC1-45C4-8347-93FB94CB0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3818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2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57A4-8791-43EA-BC2F-A004588130D8}" type="datetimeFigureOut">
              <a:rPr lang="ko-KR" altLang="en-US" smtClean="0"/>
              <a:t>2021-02-22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B1286-5CC1-45C4-8347-93FB94CB0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53123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B9BD1-4247-437D-844B-54C64E0385D5}" type="datetimeFigureOut">
              <a:rPr lang="ko-KR" altLang="en-US" smtClean="0"/>
              <a:t>2021-02-22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F004C-7284-4666-AD79-D53163245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57544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B9BD1-4247-437D-844B-54C64E0385D5}" type="datetimeFigureOut">
              <a:rPr lang="ko-KR" altLang="en-US" smtClean="0"/>
              <a:t>2021-02-22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F004C-7284-4666-AD79-D53163245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3051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B9BD1-4247-437D-844B-54C64E0385D5}" type="datetimeFigureOut">
              <a:rPr lang="ko-KR" altLang="en-US" smtClean="0"/>
              <a:t>2021-02-22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F004C-7284-4666-AD79-D53163245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55763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B9BD1-4247-437D-844B-54C64E0385D5}" type="datetimeFigureOut">
              <a:rPr lang="ko-KR" altLang="en-US" smtClean="0"/>
              <a:t>2021-02-22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F004C-7284-4666-AD79-D53163245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54868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B9BD1-4247-437D-844B-54C64E0385D5}" type="datetimeFigureOut">
              <a:rPr lang="ko-KR" altLang="en-US" smtClean="0"/>
              <a:t>2021-02-22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F004C-7284-4666-AD79-D53163245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17931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B9BD1-4247-437D-844B-54C64E0385D5}" type="datetimeFigureOut">
              <a:rPr lang="ko-KR" altLang="en-US" smtClean="0"/>
              <a:t>2021-02-22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F004C-7284-4666-AD79-D53163245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08225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B9BD1-4247-437D-844B-54C64E0385D5}" type="datetimeFigureOut">
              <a:rPr lang="ko-KR" altLang="en-US" smtClean="0"/>
              <a:t>2021-02-22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F004C-7284-4666-AD79-D53163245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45724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B9BD1-4247-437D-844B-54C64E0385D5}" type="datetimeFigureOut">
              <a:rPr lang="ko-KR" altLang="en-US" smtClean="0"/>
              <a:t>2021-02-22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F004C-7284-4666-AD79-D53163245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48816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B9BD1-4247-437D-844B-54C64E0385D5}" type="datetimeFigureOut">
              <a:rPr lang="ko-KR" altLang="en-US" smtClean="0"/>
              <a:t>2021-02-22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F004C-7284-4666-AD79-D53163245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363965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B9BD1-4247-437D-844B-54C64E0385D5}" type="datetimeFigureOut">
              <a:rPr lang="ko-KR" altLang="en-US" smtClean="0"/>
              <a:t>2021-02-22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F004C-7284-4666-AD79-D53163245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47624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B9BD1-4247-437D-844B-54C64E0385D5}" type="datetimeFigureOut">
              <a:rPr lang="ko-KR" altLang="en-US" smtClean="0"/>
              <a:t>2021-02-22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F004C-7284-4666-AD79-D53163245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7650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3057A4-8791-43EA-BC2F-A004588130D8}" type="datetimeFigureOut">
              <a:rPr lang="ko-KR" altLang="en-US" smtClean="0"/>
              <a:t>2021-02-22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BB1286-5CC1-45C4-8347-93FB94CB0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6138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54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35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3B9BD1-4247-437D-844B-54C64E0385D5}" type="datetimeFigureOut">
              <a:rPr lang="ko-KR" altLang="en-US" smtClean="0"/>
              <a:t>2021-02-22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2F004C-7284-4666-AD79-D53163245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4014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/>
          <p:cNvSpPr/>
          <p:nvPr/>
        </p:nvSpPr>
        <p:spPr>
          <a:xfrm>
            <a:off x="0" y="3369391"/>
            <a:ext cx="3704859" cy="945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>
            <a:off x="3416300" y="3369391"/>
            <a:ext cx="3405413" cy="94500"/>
          </a:xfrm>
          <a:prstGeom prst="rect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7762445" y="2646918"/>
            <a:ext cx="2448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>
                <a:solidFill>
                  <a:srgbClr val="0E6FC6"/>
                </a:solidFill>
              </a:rPr>
              <a:t>그룹웨어 메뉴얼</a:t>
            </a:r>
            <a:endParaRPr lang="ko-KR" altLang="en-US" sz="2400" b="1" dirty="0">
              <a:solidFill>
                <a:srgbClr val="0E6FC6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024917" y="3216533"/>
            <a:ext cx="1596912" cy="4542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- </a:t>
            </a:r>
            <a:r>
              <a:rPr lang="ko-KR" altLang="en-US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메신저 설치</a:t>
            </a:r>
            <a:endParaRPr lang="en-US" altLang="ko-KR" dirty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7720870" y="3144411"/>
            <a:ext cx="447113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2785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>
            <a:extLst>
              <a:ext uri="{FF2B5EF4-FFF2-40B4-BE49-F238E27FC236}">
                <a16:creationId xmlns:a16="http://schemas.microsoft.com/office/drawing/2014/main" id="{B6C2BE57-12EC-481F-8339-FE9596C6B1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44378"/>
            <a:ext cx="7109454" cy="447123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104648" y="40273"/>
            <a:ext cx="21066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메신저 설치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0" y="2"/>
            <a:ext cx="104648" cy="563491"/>
          </a:xfrm>
          <a:prstGeom prst="rect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3D8BD1"/>
              </a:solidFill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55B0ED2F-7730-4874-9932-56E1F0AB64E9}"/>
              </a:ext>
            </a:extLst>
          </p:cNvPr>
          <p:cNvSpPr/>
          <p:nvPr/>
        </p:nvSpPr>
        <p:spPr>
          <a:xfrm>
            <a:off x="9141426" y="1887986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1</a:t>
            </a:r>
            <a:endParaRPr lang="ko-KR" altLang="en-US" sz="16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3B1517-9F72-4EFA-AC15-C16BA373338C}"/>
              </a:ext>
            </a:extLst>
          </p:cNvPr>
          <p:cNvSpPr txBox="1"/>
          <p:nvPr/>
        </p:nvSpPr>
        <p:spPr>
          <a:xfrm>
            <a:off x="9429598" y="1844381"/>
            <a:ext cx="24422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그룹웨어 메인 페이지 하단에 </a:t>
            </a:r>
            <a:r>
              <a:rPr lang="en-US" altLang="ko-KR" sz="1100" dirty="0"/>
              <a:t>‘</a:t>
            </a:r>
            <a:r>
              <a:rPr lang="ko-KR" altLang="en-US" sz="1100" dirty="0">
                <a:solidFill>
                  <a:srgbClr val="FF0000"/>
                </a:solidFill>
              </a:rPr>
              <a:t>메신저</a:t>
            </a:r>
            <a:r>
              <a:rPr lang="en-US" altLang="ko-KR" sz="1100" dirty="0"/>
              <a:t>’ </a:t>
            </a:r>
            <a:r>
              <a:rPr lang="ko-KR" altLang="en-US" sz="1100" dirty="0"/>
              <a:t>를 클릭 하여 설치 파일을 다운로드</a:t>
            </a:r>
            <a:endParaRPr lang="en-US" altLang="ko-KR" sz="1100" dirty="0"/>
          </a:p>
          <a:p>
            <a:r>
              <a:rPr lang="en-US" altLang="ko-KR" sz="1100" dirty="0"/>
              <a:t>(</a:t>
            </a:r>
            <a:r>
              <a:rPr lang="ko-KR" altLang="en-US" sz="1100" dirty="0"/>
              <a:t>자신 </a:t>
            </a:r>
            <a:r>
              <a:rPr lang="en-US" altLang="ko-KR" sz="1100" dirty="0"/>
              <a:t>PC </a:t>
            </a:r>
            <a:r>
              <a:rPr lang="ko-KR" altLang="en-US" sz="1100" dirty="0"/>
              <a:t>버전에 맞게 다운로드</a:t>
            </a:r>
            <a:r>
              <a:rPr lang="en-US" altLang="ko-KR" sz="1100" dirty="0"/>
              <a:t>)</a:t>
            </a: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57E8ED15-2990-4A32-9173-9A188546741D}"/>
              </a:ext>
            </a:extLst>
          </p:cNvPr>
          <p:cNvSpPr/>
          <p:nvPr/>
        </p:nvSpPr>
        <p:spPr>
          <a:xfrm>
            <a:off x="5387919" y="5418461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1</a:t>
            </a:r>
            <a:endParaRPr lang="ko-KR" altLang="en-US" sz="1600" b="1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4B9DACE-99B3-437D-9E0C-37FD647C48C4}"/>
              </a:ext>
            </a:extLst>
          </p:cNvPr>
          <p:cNvSpPr/>
          <p:nvPr/>
        </p:nvSpPr>
        <p:spPr>
          <a:xfrm>
            <a:off x="348343" y="943431"/>
            <a:ext cx="11523538" cy="5637727"/>
          </a:xfrm>
          <a:prstGeom prst="rect">
            <a:avLst/>
          </a:prstGeom>
          <a:noFill/>
          <a:ln w="19050">
            <a:solidFill>
              <a:srgbClr val="0E6F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638632DB-2B62-402D-A266-0DDD2231BE20}"/>
              </a:ext>
            </a:extLst>
          </p:cNvPr>
          <p:cNvCxnSpPr/>
          <p:nvPr/>
        </p:nvCxnSpPr>
        <p:spPr>
          <a:xfrm>
            <a:off x="8969827" y="943431"/>
            <a:ext cx="0" cy="5637727"/>
          </a:xfrm>
          <a:prstGeom prst="line">
            <a:avLst/>
          </a:prstGeom>
          <a:noFill/>
          <a:ln w="19050">
            <a:solidFill>
              <a:srgbClr val="0E6F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CA5F4591-DD1B-4ACA-9F52-205E7A011ECC}"/>
              </a:ext>
            </a:extLst>
          </p:cNvPr>
          <p:cNvCxnSpPr/>
          <p:nvPr/>
        </p:nvCxnSpPr>
        <p:spPr>
          <a:xfrm>
            <a:off x="348343" y="1538514"/>
            <a:ext cx="11491411" cy="0"/>
          </a:xfrm>
          <a:prstGeom prst="line">
            <a:avLst/>
          </a:prstGeom>
          <a:noFill/>
          <a:ln w="19050">
            <a:solidFill>
              <a:srgbClr val="0E6F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38D849F-A2DC-4CF7-8A36-7D35A4215E86}"/>
              </a:ext>
            </a:extLst>
          </p:cNvPr>
          <p:cNvSpPr txBox="1"/>
          <p:nvPr/>
        </p:nvSpPr>
        <p:spPr>
          <a:xfrm>
            <a:off x="348343" y="1057327"/>
            <a:ext cx="8621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/>
              <a:t>화 면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004C1C7-7478-4293-B655-B09B6F936F97}"/>
              </a:ext>
            </a:extLst>
          </p:cNvPr>
          <p:cNvSpPr txBox="1"/>
          <p:nvPr/>
        </p:nvSpPr>
        <p:spPr>
          <a:xfrm>
            <a:off x="8996172" y="1057327"/>
            <a:ext cx="28160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/>
              <a:t>설 명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A2879F5-08A6-4EDD-AAE8-EE480C8643C0}"/>
              </a:ext>
            </a:extLst>
          </p:cNvPr>
          <p:cNvSpPr/>
          <p:nvPr/>
        </p:nvSpPr>
        <p:spPr>
          <a:xfrm>
            <a:off x="5601162" y="5677539"/>
            <a:ext cx="926637" cy="46538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9712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92944AF2-0333-4342-A2F4-3A92308B81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1" y="1844380"/>
            <a:ext cx="7109460" cy="447125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104648" y="40273"/>
            <a:ext cx="21066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메신저 설치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0" y="2"/>
            <a:ext cx="104648" cy="563491"/>
          </a:xfrm>
          <a:prstGeom prst="rect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3D8BD1"/>
              </a:solidFill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55B0ED2F-7730-4874-9932-56E1F0AB64E9}"/>
              </a:ext>
            </a:extLst>
          </p:cNvPr>
          <p:cNvSpPr/>
          <p:nvPr/>
        </p:nvSpPr>
        <p:spPr>
          <a:xfrm>
            <a:off x="9141426" y="1887986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1</a:t>
            </a:r>
            <a:endParaRPr lang="ko-KR" altLang="en-US" sz="16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3B1517-9F72-4EFA-AC15-C16BA373338C}"/>
              </a:ext>
            </a:extLst>
          </p:cNvPr>
          <p:cNvSpPr txBox="1"/>
          <p:nvPr/>
        </p:nvSpPr>
        <p:spPr>
          <a:xfrm>
            <a:off x="9429598" y="1844381"/>
            <a:ext cx="244228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err="1"/>
              <a:t>BizboxAlpha_PC_Messenger_client</a:t>
            </a:r>
            <a:r>
              <a:rPr lang="en-US" altLang="ko-KR" sz="1100" dirty="0"/>
              <a:t> </a:t>
            </a:r>
            <a:r>
              <a:rPr lang="ko-KR" altLang="en-US" sz="1100" dirty="0"/>
              <a:t>라는 압축파일이 다운 되는데 반드시 </a:t>
            </a:r>
            <a:r>
              <a:rPr lang="ko-KR" altLang="en-US" sz="1100" dirty="0">
                <a:solidFill>
                  <a:srgbClr val="FF0000"/>
                </a:solidFill>
              </a:rPr>
              <a:t>알집</a:t>
            </a:r>
            <a:r>
              <a:rPr lang="ko-KR" altLang="en-US" sz="1100" dirty="0"/>
              <a:t>을 </a:t>
            </a:r>
            <a:r>
              <a:rPr lang="ko-KR" altLang="en-US" sz="1100" dirty="0">
                <a:solidFill>
                  <a:srgbClr val="FF0000"/>
                </a:solidFill>
              </a:rPr>
              <a:t>푼 후 </a:t>
            </a:r>
            <a:r>
              <a:rPr lang="ko-KR" altLang="en-US" sz="1100" dirty="0"/>
              <a:t>설치 진행</a:t>
            </a:r>
            <a:endParaRPr lang="en-US" altLang="ko-KR" sz="1100" dirty="0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57E8ED15-2990-4A32-9173-9A188546741D}"/>
              </a:ext>
            </a:extLst>
          </p:cNvPr>
          <p:cNvSpPr/>
          <p:nvPr/>
        </p:nvSpPr>
        <p:spPr>
          <a:xfrm>
            <a:off x="2255637" y="2502016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1</a:t>
            </a:r>
            <a:endParaRPr lang="ko-KR" altLang="en-US" sz="1600" b="1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4B9DACE-99B3-437D-9E0C-37FD647C48C4}"/>
              </a:ext>
            </a:extLst>
          </p:cNvPr>
          <p:cNvSpPr/>
          <p:nvPr/>
        </p:nvSpPr>
        <p:spPr>
          <a:xfrm>
            <a:off x="348343" y="943431"/>
            <a:ext cx="11523538" cy="5637727"/>
          </a:xfrm>
          <a:prstGeom prst="rect">
            <a:avLst/>
          </a:prstGeom>
          <a:noFill/>
          <a:ln w="19050">
            <a:solidFill>
              <a:srgbClr val="0E6F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638632DB-2B62-402D-A266-0DDD2231BE20}"/>
              </a:ext>
            </a:extLst>
          </p:cNvPr>
          <p:cNvCxnSpPr/>
          <p:nvPr/>
        </p:nvCxnSpPr>
        <p:spPr>
          <a:xfrm>
            <a:off x="8969827" y="943431"/>
            <a:ext cx="0" cy="5637727"/>
          </a:xfrm>
          <a:prstGeom prst="line">
            <a:avLst/>
          </a:prstGeom>
          <a:noFill/>
          <a:ln w="19050">
            <a:solidFill>
              <a:srgbClr val="0E6F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CA5F4591-DD1B-4ACA-9F52-205E7A011ECC}"/>
              </a:ext>
            </a:extLst>
          </p:cNvPr>
          <p:cNvCxnSpPr/>
          <p:nvPr/>
        </p:nvCxnSpPr>
        <p:spPr>
          <a:xfrm>
            <a:off x="348343" y="1538514"/>
            <a:ext cx="11491411" cy="0"/>
          </a:xfrm>
          <a:prstGeom prst="line">
            <a:avLst/>
          </a:prstGeom>
          <a:noFill/>
          <a:ln w="19050">
            <a:solidFill>
              <a:srgbClr val="0E6F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38D849F-A2DC-4CF7-8A36-7D35A4215E86}"/>
              </a:ext>
            </a:extLst>
          </p:cNvPr>
          <p:cNvSpPr txBox="1"/>
          <p:nvPr/>
        </p:nvSpPr>
        <p:spPr>
          <a:xfrm>
            <a:off x="348343" y="1057327"/>
            <a:ext cx="8621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/>
              <a:t>화 면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004C1C7-7478-4293-B655-B09B6F936F97}"/>
              </a:ext>
            </a:extLst>
          </p:cNvPr>
          <p:cNvSpPr txBox="1"/>
          <p:nvPr/>
        </p:nvSpPr>
        <p:spPr>
          <a:xfrm>
            <a:off x="8996172" y="1057327"/>
            <a:ext cx="28160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/>
              <a:t>설 명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A2879F5-08A6-4EDD-AAE8-EE480C8643C0}"/>
              </a:ext>
            </a:extLst>
          </p:cNvPr>
          <p:cNvSpPr/>
          <p:nvPr/>
        </p:nvSpPr>
        <p:spPr>
          <a:xfrm>
            <a:off x="2468881" y="2761094"/>
            <a:ext cx="3627119" cy="46538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FF0A3090-20FF-4DA1-AC99-FF9C26F72A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0073" y="4125763"/>
            <a:ext cx="5209309" cy="160972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A04659F1-AE11-4C42-A84C-71D2FEB7C5DD}"/>
              </a:ext>
            </a:extLst>
          </p:cNvPr>
          <p:cNvSpPr/>
          <p:nvPr/>
        </p:nvSpPr>
        <p:spPr>
          <a:xfrm>
            <a:off x="2648991" y="4862367"/>
            <a:ext cx="796173" cy="46538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BC658CD0-2213-4BA4-95E6-98094A433DC1}"/>
              </a:ext>
            </a:extLst>
          </p:cNvPr>
          <p:cNvSpPr/>
          <p:nvPr/>
        </p:nvSpPr>
        <p:spPr>
          <a:xfrm>
            <a:off x="9141426" y="2927006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2</a:t>
            </a:r>
            <a:endParaRPr lang="ko-KR" altLang="en-US" sz="16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3D96E37-AF41-45D6-B6FC-BB5E15E1B5AB}"/>
              </a:ext>
            </a:extLst>
          </p:cNvPr>
          <p:cNvSpPr txBox="1"/>
          <p:nvPr/>
        </p:nvSpPr>
        <p:spPr>
          <a:xfrm>
            <a:off x="9429598" y="2883401"/>
            <a:ext cx="2442279" cy="43088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폴더 안에 </a:t>
            </a:r>
            <a:r>
              <a:rPr lang="en-US" altLang="ko-KR" sz="1100" dirty="0">
                <a:solidFill>
                  <a:srgbClr val="FF0000"/>
                </a:solidFill>
              </a:rPr>
              <a:t>setup</a:t>
            </a:r>
            <a:r>
              <a:rPr lang="en-US" altLang="ko-KR" sz="1100" dirty="0"/>
              <a:t> </a:t>
            </a:r>
            <a:r>
              <a:rPr lang="ko-KR" altLang="en-US" sz="1100" dirty="0"/>
              <a:t>파일을 </a:t>
            </a:r>
            <a:r>
              <a:rPr lang="ko-KR" altLang="en-US" sz="1100" dirty="0" err="1"/>
              <a:t>우클릭</a:t>
            </a:r>
            <a:r>
              <a:rPr lang="ko-KR" altLang="en-US" sz="1100" dirty="0"/>
              <a:t> 하여 </a:t>
            </a:r>
            <a:r>
              <a:rPr lang="ko-KR" altLang="en-US" sz="1100" dirty="0">
                <a:solidFill>
                  <a:srgbClr val="FF0000"/>
                </a:solidFill>
              </a:rPr>
              <a:t>관리자 권한</a:t>
            </a:r>
            <a:r>
              <a:rPr lang="ko-KR" altLang="en-US" sz="1100" dirty="0"/>
              <a:t>으로 실행</a:t>
            </a:r>
            <a:endParaRPr lang="en-US" altLang="ko-KR" sz="1100" dirty="0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ADDB4D61-82E7-4322-9564-068F6CC853E1}"/>
              </a:ext>
            </a:extLst>
          </p:cNvPr>
          <p:cNvSpPr/>
          <p:nvPr/>
        </p:nvSpPr>
        <p:spPr>
          <a:xfrm>
            <a:off x="2390027" y="4603403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2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792761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E370786-4D7A-43AA-8C04-22C097150B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7305" y="1820709"/>
            <a:ext cx="5543550" cy="44782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4648" y="40273"/>
            <a:ext cx="21066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메신저 설치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0" y="2"/>
            <a:ext cx="104648" cy="563491"/>
          </a:xfrm>
          <a:prstGeom prst="rect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3D8BD1"/>
              </a:solidFill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55B0ED2F-7730-4874-9932-56E1F0AB64E9}"/>
              </a:ext>
            </a:extLst>
          </p:cNvPr>
          <p:cNvSpPr/>
          <p:nvPr/>
        </p:nvSpPr>
        <p:spPr>
          <a:xfrm>
            <a:off x="9141426" y="1887986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1</a:t>
            </a:r>
            <a:endParaRPr lang="ko-KR" altLang="en-US" sz="16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3B1517-9F72-4EFA-AC15-C16BA373338C}"/>
              </a:ext>
            </a:extLst>
          </p:cNvPr>
          <p:cNvSpPr txBox="1"/>
          <p:nvPr/>
        </p:nvSpPr>
        <p:spPr>
          <a:xfrm>
            <a:off x="9429598" y="1844381"/>
            <a:ext cx="24422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Next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4B9DACE-99B3-437D-9E0C-37FD647C48C4}"/>
              </a:ext>
            </a:extLst>
          </p:cNvPr>
          <p:cNvSpPr/>
          <p:nvPr/>
        </p:nvSpPr>
        <p:spPr>
          <a:xfrm>
            <a:off x="348343" y="943431"/>
            <a:ext cx="11523538" cy="5637727"/>
          </a:xfrm>
          <a:prstGeom prst="rect">
            <a:avLst/>
          </a:prstGeom>
          <a:noFill/>
          <a:ln w="19050">
            <a:solidFill>
              <a:srgbClr val="0E6F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638632DB-2B62-402D-A266-0DDD2231BE20}"/>
              </a:ext>
            </a:extLst>
          </p:cNvPr>
          <p:cNvCxnSpPr/>
          <p:nvPr/>
        </p:nvCxnSpPr>
        <p:spPr>
          <a:xfrm>
            <a:off x="8969827" y="943431"/>
            <a:ext cx="0" cy="5637727"/>
          </a:xfrm>
          <a:prstGeom prst="line">
            <a:avLst/>
          </a:prstGeom>
          <a:noFill/>
          <a:ln w="19050">
            <a:solidFill>
              <a:srgbClr val="0E6F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CA5F4591-DD1B-4ACA-9F52-205E7A011ECC}"/>
              </a:ext>
            </a:extLst>
          </p:cNvPr>
          <p:cNvCxnSpPr/>
          <p:nvPr/>
        </p:nvCxnSpPr>
        <p:spPr>
          <a:xfrm>
            <a:off x="348343" y="1538514"/>
            <a:ext cx="11491411" cy="0"/>
          </a:xfrm>
          <a:prstGeom prst="line">
            <a:avLst/>
          </a:prstGeom>
          <a:noFill/>
          <a:ln w="19050">
            <a:solidFill>
              <a:srgbClr val="0E6F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38D849F-A2DC-4CF7-8A36-7D35A4215E86}"/>
              </a:ext>
            </a:extLst>
          </p:cNvPr>
          <p:cNvSpPr txBox="1"/>
          <p:nvPr/>
        </p:nvSpPr>
        <p:spPr>
          <a:xfrm>
            <a:off x="348343" y="1057327"/>
            <a:ext cx="8621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/>
              <a:t>화 면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004C1C7-7478-4293-B655-B09B6F936F97}"/>
              </a:ext>
            </a:extLst>
          </p:cNvPr>
          <p:cNvSpPr txBox="1"/>
          <p:nvPr/>
        </p:nvSpPr>
        <p:spPr>
          <a:xfrm>
            <a:off x="8996172" y="1057327"/>
            <a:ext cx="28160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/>
              <a:t>설 명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04659F1-AE11-4C42-A84C-71D2FEB7C5DD}"/>
              </a:ext>
            </a:extLst>
          </p:cNvPr>
          <p:cNvSpPr/>
          <p:nvPr/>
        </p:nvSpPr>
        <p:spPr>
          <a:xfrm>
            <a:off x="5438373" y="5786003"/>
            <a:ext cx="962427" cy="46538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ADDB4D61-82E7-4322-9564-068F6CC853E1}"/>
              </a:ext>
            </a:extLst>
          </p:cNvPr>
          <p:cNvSpPr/>
          <p:nvPr/>
        </p:nvSpPr>
        <p:spPr>
          <a:xfrm>
            <a:off x="5179409" y="5527039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1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23486887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83998FF2-AD3B-491F-B892-6FF6CD22AF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7305" y="1820709"/>
            <a:ext cx="5543549" cy="4478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4648" y="40273"/>
            <a:ext cx="21066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메신저 설치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0" y="2"/>
            <a:ext cx="104648" cy="563491"/>
          </a:xfrm>
          <a:prstGeom prst="rect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3D8BD1"/>
              </a:solidFill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55B0ED2F-7730-4874-9932-56E1F0AB64E9}"/>
              </a:ext>
            </a:extLst>
          </p:cNvPr>
          <p:cNvSpPr/>
          <p:nvPr/>
        </p:nvSpPr>
        <p:spPr>
          <a:xfrm>
            <a:off x="9141426" y="1887986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1</a:t>
            </a:r>
            <a:endParaRPr lang="ko-KR" altLang="en-US" sz="16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3B1517-9F72-4EFA-AC15-C16BA373338C}"/>
              </a:ext>
            </a:extLst>
          </p:cNvPr>
          <p:cNvSpPr txBox="1"/>
          <p:nvPr/>
        </p:nvSpPr>
        <p:spPr>
          <a:xfrm>
            <a:off x="9429598" y="1844381"/>
            <a:ext cx="24422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Next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4B9DACE-99B3-437D-9E0C-37FD647C48C4}"/>
              </a:ext>
            </a:extLst>
          </p:cNvPr>
          <p:cNvSpPr/>
          <p:nvPr/>
        </p:nvSpPr>
        <p:spPr>
          <a:xfrm>
            <a:off x="348343" y="943431"/>
            <a:ext cx="11523538" cy="5637727"/>
          </a:xfrm>
          <a:prstGeom prst="rect">
            <a:avLst/>
          </a:prstGeom>
          <a:noFill/>
          <a:ln w="19050">
            <a:solidFill>
              <a:srgbClr val="0E6F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638632DB-2B62-402D-A266-0DDD2231BE20}"/>
              </a:ext>
            </a:extLst>
          </p:cNvPr>
          <p:cNvCxnSpPr/>
          <p:nvPr/>
        </p:nvCxnSpPr>
        <p:spPr>
          <a:xfrm>
            <a:off x="8969827" y="943431"/>
            <a:ext cx="0" cy="5637727"/>
          </a:xfrm>
          <a:prstGeom prst="line">
            <a:avLst/>
          </a:prstGeom>
          <a:noFill/>
          <a:ln w="19050">
            <a:solidFill>
              <a:srgbClr val="0E6F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CA5F4591-DD1B-4ACA-9F52-205E7A011ECC}"/>
              </a:ext>
            </a:extLst>
          </p:cNvPr>
          <p:cNvCxnSpPr/>
          <p:nvPr/>
        </p:nvCxnSpPr>
        <p:spPr>
          <a:xfrm>
            <a:off x="348343" y="1538514"/>
            <a:ext cx="11491411" cy="0"/>
          </a:xfrm>
          <a:prstGeom prst="line">
            <a:avLst/>
          </a:prstGeom>
          <a:noFill/>
          <a:ln w="19050">
            <a:solidFill>
              <a:srgbClr val="0E6F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38D849F-A2DC-4CF7-8A36-7D35A4215E86}"/>
              </a:ext>
            </a:extLst>
          </p:cNvPr>
          <p:cNvSpPr txBox="1"/>
          <p:nvPr/>
        </p:nvSpPr>
        <p:spPr>
          <a:xfrm>
            <a:off x="348343" y="1057327"/>
            <a:ext cx="8621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/>
              <a:t>화 면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004C1C7-7478-4293-B655-B09B6F936F97}"/>
              </a:ext>
            </a:extLst>
          </p:cNvPr>
          <p:cNvSpPr txBox="1"/>
          <p:nvPr/>
        </p:nvSpPr>
        <p:spPr>
          <a:xfrm>
            <a:off x="8996172" y="1057327"/>
            <a:ext cx="28160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/>
              <a:t>설 명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04659F1-AE11-4C42-A84C-71D2FEB7C5DD}"/>
              </a:ext>
            </a:extLst>
          </p:cNvPr>
          <p:cNvSpPr/>
          <p:nvPr/>
        </p:nvSpPr>
        <p:spPr>
          <a:xfrm>
            <a:off x="5438373" y="5786003"/>
            <a:ext cx="962427" cy="46538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ADDB4D61-82E7-4322-9564-068F6CC853E1}"/>
              </a:ext>
            </a:extLst>
          </p:cNvPr>
          <p:cNvSpPr/>
          <p:nvPr/>
        </p:nvSpPr>
        <p:spPr>
          <a:xfrm>
            <a:off x="5179409" y="5527039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1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42025271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19A860E1-E30C-4C6A-9B15-1A3832A1CF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7302" y="1820709"/>
            <a:ext cx="5543549" cy="447824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4648" y="40273"/>
            <a:ext cx="21066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메신저 설치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0" y="2"/>
            <a:ext cx="104648" cy="563491"/>
          </a:xfrm>
          <a:prstGeom prst="rect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3D8BD1"/>
              </a:solidFill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55B0ED2F-7730-4874-9932-56E1F0AB64E9}"/>
              </a:ext>
            </a:extLst>
          </p:cNvPr>
          <p:cNvSpPr/>
          <p:nvPr/>
        </p:nvSpPr>
        <p:spPr>
          <a:xfrm>
            <a:off x="9141426" y="1887986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1</a:t>
            </a:r>
            <a:endParaRPr lang="ko-KR" altLang="en-US" sz="16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3B1517-9F72-4EFA-AC15-C16BA373338C}"/>
              </a:ext>
            </a:extLst>
          </p:cNvPr>
          <p:cNvSpPr txBox="1"/>
          <p:nvPr/>
        </p:nvSpPr>
        <p:spPr>
          <a:xfrm>
            <a:off x="9429598" y="1844381"/>
            <a:ext cx="24422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Install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4B9DACE-99B3-437D-9E0C-37FD647C48C4}"/>
              </a:ext>
            </a:extLst>
          </p:cNvPr>
          <p:cNvSpPr/>
          <p:nvPr/>
        </p:nvSpPr>
        <p:spPr>
          <a:xfrm>
            <a:off x="348343" y="943431"/>
            <a:ext cx="11523538" cy="5637727"/>
          </a:xfrm>
          <a:prstGeom prst="rect">
            <a:avLst/>
          </a:prstGeom>
          <a:noFill/>
          <a:ln w="19050">
            <a:solidFill>
              <a:srgbClr val="0E6F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638632DB-2B62-402D-A266-0DDD2231BE20}"/>
              </a:ext>
            </a:extLst>
          </p:cNvPr>
          <p:cNvCxnSpPr/>
          <p:nvPr/>
        </p:nvCxnSpPr>
        <p:spPr>
          <a:xfrm>
            <a:off x="8969827" y="943431"/>
            <a:ext cx="0" cy="5637727"/>
          </a:xfrm>
          <a:prstGeom prst="line">
            <a:avLst/>
          </a:prstGeom>
          <a:noFill/>
          <a:ln w="19050">
            <a:solidFill>
              <a:srgbClr val="0E6F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CA5F4591-DD1B-4ACA-9F52-205E7A011ECC}"/>
              </a:ext>
            </a:extLst>
          </p:cNvPr>
          <p:cNvCxnSpPr/>
          <p:nvPr/>
        </p:nvCxnSpPr>
        <p:spPr>
          <a:xfrm>
            <a:off x="348343" y="1538514"/>
            <a:ext cx="11491411" cy="0"/>
          </a:xfrm>
          <a:prstGeom prst="line">
            <a:avLst/>
          </a:prstGeom>
          <a:noFill/>
          <a:ln w="19050">
            <a:solidFill>
              <a:srgbClr val="0E6F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38D849F-A2DC-4CF7-8A36-7D35A4215E86}"/>
              </a:ext>
            </a:extLst>
          </p:cNvPr>
          <p:cNvSpPr txBox="1"/>
          <p:nvPr/>
        </p:nvSpPr>
        <p:spPr>
          <a:xfrm>
            <a:off x="348343" y="1057327"/>
            <a:ext cx="8621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/>
              <a:t>화 면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004C1C7-7478-4293-B655-B09B6F936F97}"/>
              </a:ext>
            </a:extLst>
          </p:cNvPr>
          <p:cNvSpPr txBox="1"/>
          <p:nvPr/>
        </p:nvSpPr>
        <p:spPr>
          <a:xfrm>
            <a:off x="8996172" y="1057327"/>
            <a:ext cx="28160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/>
              <a:t>설 명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04659F1-AE11-4C42-A84C-71D2FEB7C5DD}"/>
              </a:ext>
            </a:extLst>
          </p:cNvPr>
          <p:cNvSpPr/>
          <p:nvPr/>
        </p:nvSpPr>
        <p:spPr>
          <a:xfrm>
            <a:off x="5438373" y="5786003"/>
            <a:ext cx="962427" cy="46538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ADDB4D61-82E7-4322-9564-068F6CC853E1}"/>
              </a:ext>
            </a:extLst>
          </p:cNvPr>
          <p:cNvSpPr/>
          <p:nvPr/>
        </p:nvSpPr>
        <p:spPr>
          <a:xfrm>
            <a:off x="5179409" y="5527039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1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2926726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C7826910-0440-4F90-8EB6-355F82FDAA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7299" y="1820709"/>
            <a:ext cx="5543550" cy="44782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4648" y="40273"/>
            <a:ext cx="21066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메신저 설치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0" y="2"/>
            <a:ext cx="104648" cy="563491"/>
          </a:xfrm>
          <a:prstGeom prst="rect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3D8BD1"/>
              </a:solidFill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55B0ED2F-7730-4874-9932-56E1F0AB64E9}"/>
              </a:ext>
            </a:extLst>
          </p:cNvPr>
          <p:cNvSpPr/>
          <p:nvPr/>
        </p:nvSpPr>
        <p:spPr>
          <a:xfrm>
            <a:off x="9141426" y="1887986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1</a:t>
            </a:r>
            <a:endParaRPr lang="ko-KR" altLang="en-US" sz="16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3B1517-9F72-4EFA-AC15-C16BA373338C}"/>
              </a:ext>
            </a:extLst>
          </p:cNvPr>
          <p:cNvSpPr txBox="1"/>
          <p:nvPr/>
        </p:nvSpPr>
        <p:spPr>
          <a:xfrm>
            <a:off x="9429598" y="1844381"/>
            <a:ext cx="2442280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설치가 진행 되며 메신저 툴에 대한 </a:t>
            </a:r>
            <a:r>
              <a:rPr lang="en-US" altLang="ko-KR" sz="1100" dirty="0"/>
              <a:t>update </a:t>
            </a:r>
            <a:r>
              <a:rPr lang="ko-KR" altLang="en-US" sz="1100" dirty="0"/>
              <a:t>등이 진행</a:t>
            </a:r>
            <a:endParaRPr lang="en-US" altLang="ko-KR" sz="1100" dirty="0"/>
          </a:p>
          <a:p>
            <a:endParaRPr lang="en-US" altLang="ko-KR" sz="1100" dirty="0"/>
          </a:p>
          <a:p>
            <a:r>
              <a:rPr lang="ko-KR" altLang="en-US" sz="1100" dirty="0"/>
              <a:t>확인을 클릭 하면 메신저가 자동 실행</a:t>
            </a:r>
            <a:endParaRPr lang="en-US" altLang="ko-KR" sz="11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4B9DACE-99B3-437D-9E0C-37FD647C48C4}"/>
              </a:ext>
            </a:extLst>
          </p:cNvPr>
          <p:cNvSpPr/>
          <p:nvPr/>
        </p:nvSpPr>
        <p:spPr>
          <a:xfrm>
            <a:off x="348343" y="943431"/>
            <a:ext cx="11523538" cy="5637727"/>
          </a:xfrm>
          <a:prstGeom prst="rect">
            <a:avLst/>
          </a:prstGeom>
          <a:noFill/>
          <a:ln w="19050">
            <a:solidFill>
              <a:srgbClr val="0E6F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638632DB-2B62-402D-A266-0DDD2231BE20}"/>
              </a:ext>
            </a:extLst>
          </p:cNvPr>
          <p:cNvCxnSpPr/>
          <p:nvPr/>
        </p:nvCxnSpPr>
        <p:spPr>
          <a:xfrm>
            <a:off x="8969827" y="943431"/>
            <a:ext cx="0" cy="5637727"/>
          </a:xfrm>
          <a:prstGeom prst="line">
            <a:avLst/>
          </a:prstGeom>
          <a:noFill/>
          <a:ln w="19050">
            <a:solidFill>
              <a:srgbClr val="0E6F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CA5F4591-DD1B-4ACA-9F52-205E7A011ECC}"/>
              </a:ext>
            </a:extLst>
          </p:cNvPr>
          <p:cNvCxnSpPr/>
          <p:nvPr/>
        </p:nvCxnSpPr>
        <p:spPr>
          <a:xfrm>
            <a:off x="348343" y="1538514"/>
            <a:ext cx="11491411" cy="0"/>
          </a:xfrm>
          <a:prstGeom prst="line">
            <a:avLst/>
          </a:prstGeom>
          <a:noFill/>
          <a:ln w="19050">
            <a:solidFill>
              <a:srgbClr val="0E6F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38D849F-A2DC-4CF7-8A36-7D35A4215E86}"/>
              </a:ext>
            </a:extLst>
          </p:cNvPr>
          <p:cNvSpPr txBox="1"/>
          <p:nvPr/>
        </p:nvSpPr>
        <p:spPr>
          <a:xfrm>
            <a:off x="348343" y="1057327"/>
            <a:ext cx="8621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/>
              <a:t>화 면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004C1C7-7478-4293-B655-B09B6F936F97}"/>
              </a:ext>
            </a:extLst>
          </p:cNvPr>
          <p:cNvSpPr txBox="1"/>
          <p:nvPr/>
        </p:nvSpPr>
        <p:spPr>
          <a:xfrm>
            <a:off x="8996172" y="1057327"/>
            <a:ext cx="28160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/>
              <a:t>설 명</a:t>
            </a: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ADDB4D61-82E7-4322-9564-068F6CC853E1}"/>
              </a:ext>
            </a:extLst>
          </p:cNvPr>
          <p:cNvSpPr/>
          <p:nvPr/>
        </p:nvSpPr>
        <p:spPr>
          <a:xfrm>
            <a:off x="1613731" y="1585654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1</a:t>
            </a:r>
            <a:endParaRPr lang="ko-KR" altLang="en-US" sz="1600" b="1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8BB648EA-71AB-4AEB-95D5-A5955EFE0A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854" y="3317538"/>
            <a:ext cx="3124200" cy="179070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32E17B2E-5107-4A34-877A-B392F40598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5042" y="2052520"/>
            <a:ext cx="4943187" cy="3780475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6CFBC2AA-1FEA-4BCE-9EA7-8F7A59E730C9}"/>
              </a:ext>
            </a:extLst>
          </p:cNvPr>
          <p:cNvSpPr/>
          <p:nvPr/>
        </p:nvSpPr>
        <p:spPr>
          <a:xfrm>
            <a:off x="7849064" y="5388840"/>
            <a:ext cx="962427" cy="46538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26714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448E48E-4AA9-4D33-BDB7-0D119F7480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7299" y="1820709"/>
            <a:ext cx="5543550" cy="44782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4648" y="40273"/>
            <a:ext cx="21066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메신저 설치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0" y="2"/>
            <a:ext cx="104648" cy="563491"/>
          </a:xfrm>
          <a:prstGeom prst="rect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3D8BD1"/>
              </a:solidFill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55B0ED2F-7730-4874-9932-56E1F0AB64E9}"/>
              </a:ext>
            </a:extLst>
          </p:cNvPr>
          <p:cNvSpPr/>
          <p:nvPr/>
        </p:nvSpPr>
        <p:spPr>
          <a:xfrm>
            <a:off x="9141426" y="1887986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1</a:t>
            </a:r>
            <a:endParaRPr lang="ko-KR" altLang="en-US" sz="16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3B1517-9F72-4EFA-AC15-C16BA373338C}"/>
              </a:ext>
            </a:extLst>
          </p:cNvPr>
          <p:cNvSpPr txBox="1"/>
          <p:nvPr/>
        </p:nvSpPr>
        <p:spPr>
          <a:xfrm>
            <a:off x="9429598" y="1844381"/>
            <a:ext cx="24422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Finish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4B9DACE-99B3-437D-9E0C-37FD647C48C4}"/>
              </a:ext>
            </a:extLst>
          </p:cNvPr>
          <p:cNvSpPr/>
          <p:nvPr/>
        </p:nvSpPr>
        <p:spPr>
          <a:xfrm>
            <a:off x="348343" y="943431"/>
            <a:ext cx="11523538" cy="5637727"/>
          </a:xfrm>
          <a:prstGeom prst="rect">
            <a:avLst/>
          </a:prstGeom>
          <a:noFill/>
          <a:ln w="19050">
            <a:solidFill>
              <a:srgbClr val="0E6F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638632DB-2B62-402D-A266-0DDD2231BE20}"/>
              </a:ext>
            </a:extLst>
          </p:cNvPr>
          <p:cNvCxnSpPr/>
          <p:nvPr/>
        </p:nvCxnSpPr>
        <p:spPr>
          <a:xfrm>
            <a:off x="8969827" y="943431"/>
            <a:ext cx="0" cy="5637727"/>
          </a:xfrm>
          <a:prstGeom prst="line">
            <a:avLst/>
          </a:prstGeom>
          <a:noFill/>
          <a:ln w="19050">
            <a:solidFill>
              <a:srgbClr val="0E6F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CA5F4591-DD1B-4ACA-9F52-205E7A011ECC}"/>
              </a:ext>
            </a:extLst>
          </p:cNvPr>
          <p:cNvCxnSpPr/>
          <p:nvPr/>
        </p:nvCxnSpPr>
        <p:spPr>
          <a:xfrm>
            <a:off x="348343" y="1538514"/>
            <a:ext cx="11491411" cy="0"/>
          </a:xfrm>
          <a:prstGeom prst="line">
            <a:avLst/>
          </a:prstGeom>
          <a:noFill/>
          <a:ln w="19050">
            <a:solidFill>
              <a:srgbClr val="0E6F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38D849F-A2DC-4CF7-8A36-7D35A4215E86}"/>
              </a:ext>
            </a:extLst>
          </p:cNvPr>
          <p:cNvSpPr txBox="1"/>
          <p:nvPr/>
        </p:nvSpPr>
        <p:spPr>
          <a:xfrm>
            <a:off x="348343" y="1057327"/>
            <a:ext cx="8621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/>
              <a:t>화 면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004C1C7-7478-4293-B655-B09B6F936F97}"/>
              </a:ext>
            </a:extLst>
          </p:cNvPr>
          <p:cNvSpPr txBox="1"/>
          <p:nvPr/>
        </p:nvSpPr>
        <p:spPr>
          <a:xfrm>
            <a:off x="8996172" y="1057327"/>
            <a:ext cx="28160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/>
              <a:t>설 명</a:t>
            </a: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ADDB4D61-82E7-4322-9564-068F6CC853E1}"/>
              </a:ext>
            </a:extLst>
          </p:cNvPr>
          <p:cNvSpPr/>
          <p:nvPr/>
        </p:nvSpPr>
        <p:spPr>
          <a:xfrm>
            <a:off x="5179409" y="5455690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1</a:t>
            </a:r>
            <a:endParaRPr lang="ko-KR" altLang="en-US" sz="1600" b="1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17CAF3F-42B8-4EB6-AD41-DB7FF0BBB696}"/>
              </a:ext>
            </a:extLst>
          </p:cNvPr>
          <p:cNvSpPr/>
          <p:nvPr/>
        </p:nvSpPr>
        <p:spPr>
          <a:xfrm>
            <a:off x="5438373" y="5786004"/>
            <a:ext cx="962427" cy="46538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33411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6E549E44-1363-41A3-B8CF-F2E2365868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24" y="1844381"/>
            <a:ext cx="2825504" cy="446290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38D682A-F5C2-42D6-9786-B4EC41FE5B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550" y="1818441"/>
            <a:ext cx="2825500" cy="448884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4648" y="40273"/>
            <a:ext cx="21066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메신저 설치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0" y="2"/>
            <a:ext cx="104648" cy="563491"/>
          </a:xfrm>
          <a:prstGeom prst="rect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3D8BD1"/>
              </a:solidFill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55B0ED2F-7730-4874-9932-56E1F0AB64E9}"/>
              </a:ext>
            </a:extLst>
          </p:cNvPr>
          <p:cNvSpPr/>
          <p:nvPr/>
        </p:nvSpPr>
        <p:spPr>
          <a:xfrm>
            <a:off x="9141426" y="1887986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1</a:t>
            </a:r>
            <a:endParaRPr lang="ko-KR" altLang="en-US" sz="16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3B1517-9F72-4EFA-AC15-C16BA373338C}"/>
              </a:ext>
            </a:extLst>
          </p:cNvPr>
          <p:cNvSpPr txBox="1"/>
          <p:nvPr/>
        </p:nvSpPr>
        <p:spPr>
          <a:xfrm>
            <a:off x="9429598" y="1844381"/>
            <a:ext cx="244228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자신의 메일 </a:t>
            </a:r>
            <a:r>
              <a:rPr lang="ko-KR" altLang="en-US" sz="1100" dirty="0">
                <a:solidFill>
                  <a:srgbClr val="FF0000"/>
                </a:solidFill>
              </a:rPr>
              <a:t>계정</a:t>
            </a:r>
            <a:r>
              <a:rPr lang="ko-KR" altLang="en-US" sz="1100" dirty="0"/>
              <a:t> 및 </a:t>
            </a:r>
            <a:r>
              <a:rPr lang="ko-KR" altLang="en-US" sz="1100" dirty="0">
                <a:solidFill>
                  <a:srgbClr val="FF0000"/>
                </a:solidFill>
              </a:rPr>
              <a:t>암호</a:t>
            </a:r>
            <a:r>
              <a:rPr lang="ko-KR" altLang="en-US" sz="1100" dirty="0"/>
              <a:t> 입력 후 로그인</a:t>
            </a:r>
            <a:endParaRPr lang="en-US" altLang="ko-KR" sz="1100" dirty="0"/>
          </a:p>
          <a:p>
            <a:r>
              <a:rPr lang="en-US" altLang="ko-KR" sz="1100" dirty="0"/>
              <a:t>(ID</a:t>
            </a:r>
            <a:r>
              <a:rPr lang="ko-KR" altLang="en-US" sz="1100" dirty="0"/>
              <a:t>저장</a:t>
            </a:r>
            <a:r>
              <a:rPr lang="en-US" altLang="ko-KR" sz="1100" dirty="0"/>
              <a:t>, PW</a:t>
            </a:r>
            <a:r>
              <a:rPr lang="ko-KR" altLang="en-US" sz="1100" dirty="0"/>
              <a:t>저장</a:t>
            </a:r>
            <a:r>
              <a:rPr lang="en-US" altLang="ko-KR" sz="1100" dirty="0"/>
              <a:t>, </a:t>
            </a:r>
            <a:r>
              <a:rPr lang="ko-KR" altLang="en-US" sz="1100" dirty="0"/>
              <a:t>자동로그인 체크</a:t>
            </a:r>
            <a:r>
              <a:rPr lang="en-US" altLang="ko-KR" sz="1100" dirty="0"/>
              <a:t>)</a:t>
            </a:r>
            <a:endParaRPr lang="en-US" altLang="ko-KR" sz="300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B782E37-24C0-4FE5-B274-C014065F91A1}"/>
              </a:ext>
            </a:extLst>
          </p:cNvPr>
          <p:cNvSpPr/>
          <p:nvPr/>
        </p:nvSpPr>
        <p:spPr>
          <a:xfrm>
            <a:off x="1441333" y="3547958"/>
            <a:ext cx="2168641" cy="158601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FBF68F97-C32A-47A8-BAD2-6C17A01E7C24}"/>
              </a:ext>
            </a:extLst>
          </p:cNvPr>
          <p:cNvSpPr/>
          <p:nvPr/>
        </p:nvSpPr>
        <p:spPr>
          <a:xfrm>
            <a:off x="9141426" y="2927006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2</a:t>
            </a:r>
            <a:endParaRPr lang="ko-KR" altLang="en-US" sz="16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09AF341-2E0D-44D2-95BA-CFA025910D9E}"/>
              </a:ext>
            </a:extLst>
          </p:cNvPr>
          <p:cNvSpPr txBox="1"/>
          <p:nvPr/>
        </p:nvSpPr>
        <p:spPr>
          <a:xfrm>
            <a:off x="9429598" y="2883401"/>
            <a:ext cx="2442279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로그인 후 메신저 기본화면</a:t>
            </a:r>
            <a:endParaRPr lang="en-US" altLang="ko-KR" sz="1100" dirty="0"/>
          </a:p>
          <a:p>
            <a:endParaRPr lang="en-US" altLang="ko-KR" sz="1400" dirty="0"/>
          </a:p>
          <a:p>
            <a:r>
              <a:rPr lang="ko-KR" altLang="en-US" sz="1100" dirty="0"/>
              <a:t>옆에 </a:t>
            </a:r>
            <a:r>
              <a:rPr lang="ko-KR" altLang="en-US" sz="1100" dirty="0">
                <a:solidFill>
                  <a:srgbClr val="FF0000"/>
                </a:solidFill>
              </a:rPr>
              <a:t>탭</a:t>
            </a:r>
            <a:r>
              <a:rPr lang="ko-KR" altLang="en-US" sz="1100" dirty="0"/>
              <a:t>을 이용하여 </a:t>
            </a:r>
            <a:r>
              <a:rPr lang="ko-KR" altLang="en-US" sz="1100" dirty="0">
                <a:solidFill>
                  <a:srgbClr val="FF0000"/>
                </a:solidFill>
              </a:rPr>
              <a:t>그룹웨어 홈페이지</a:t>
            </a:r>
            <a:r>
              <a:rPr lang="en-US" altLang="ko-KR" sz="1100" dirty="0"/>
              <a:t>, </a:t>
            </a:r>
            <a:r>
              <a:rPr lang="ko-KR" altLang="en-US" sz="1100" dirty="0">
                <a:solidFill>
                  <a:srgbClr val="FF0000"/>
                </a:solidFill>
              </a:rPr>
              <a:t>전자결재</a:t>
            </a:r>
            <a:r>
              <a:rPr lang="en-US" altLang="ko-KR" sz="1100" dirty="0"/>
              <a:t>, </a:t>
            </a:r>
            <a:r>
              <a:rPr lang="ko-KR" altLang="en-US" sz="1100" dirty="0">
                <a:solidFill>
                  <a:srgbClr val="FF0000"/>
                </a:solidFill>
              </a:rPr>
              <a:t>게시판</a:t>
            </a:r>
            <a:r>
              <a:rPr lang="ko-KR" altLang="en-US" sz="1100" dirty="0"/>
              <a:t> 등 이용 가능</a:t>
            </a:r>
            <a:endParaRPr lang="en-US" altLang="ko-KR" sz="1100" dirty="0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57E8ED15-2990-4A32-9173-9A188546741D}"/>
              </a:ext>
            </a:extLst>
          </p:cNvPr>
          <p:cNvSpPr/>
          <p:nvPr/>
        </p:nvSpPr>
        <p:spPr>
          <a:xfrm>
            <a:off x="905604" y="1761367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1</a:t>
            </a:r>
            <a:endParaRPr lang="ko-KR" altLang="en-US" sz="1600" b="1" dirty="0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DFCA3417-40A7-4398-892D-6F3C00EE46D2}"/>
              </a:ext>
            </a:extLst>
          </p:cNvPr>
          <p:cNvSpPr/>
          <p:nvPr/>
        </p:nvSpPr>
        <p:spPr>
          <a:xfrm>
            <a:off x="5155146" y="1761368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2</a:t>
            </a:r>
            <a:endParaRPr lang="ko-KR" altLang="en-US" sz="1600" b="1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4B9DACE-99B3-437D-9E0C-37FD647C48C4}"/>
              </a:ext>
            </a:extLst>
          </p:cNvPr>
          <p:cNvSpPr/>
          <p:nvPr/>
        </p:nvSpPr>
        <p:spPr>
          <a:xfrm>
            <a:off x="348343" y="943431"/>
            <a:ext cx="11523538" cy="5637727"/>
          </a:xfrm>
          <a:prstGeom prst="rect">
            <a:avLst/>
          </a:prstGeom>
          <a:noFill/>
          <a:ln w="19050">
            <a:solidFill>
              <a:srgbClr val="0E6F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638632DB-2B62-402D-A266-0DDD2231BE20}"/>
              </a:ext>
            </a:extLst>
          </p:cNvPr>
          <p:cNvCxnSpPr/>
          <p:nvPr/>
        </p:nvCxnSpPr>
        <p:spPr>
          <a:xfrm>
            <a:off x="8969827" y="943431"/>
            <a:ext cx="0" cy="5637727"/>
          </a:xfrm>
          <a:prstGeom prst="line">
            <a:avLst/>
          </a:prstGeom>
          <a:noFill/>
          <a:ln w="19050">
            <a:solidFill>
              <a:srgbClr val="0E6F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CA5F4591-DD1B-4ACA-9F52-205E7A011ECC}"/>
              </a:ext>
            </a:extLst>
          </p:cNvPr>
          <p:cNvCxnSpPr/>
          <p:nvPr/>
        </p:nvCxnSpPr>
        <p:spPr>
          <a:xfrm>
            <a:off x="348343" y="1538514"/>
            <a:ext cx="11491411" cy="0"/>
          </a:xfrm>
          <a:prstGeom prst="line">
            <a:avLst/>
          </a:prstGeom>
          <a:noFill/>
          <a:ln w="19050">
            <a:solidFill>
              <a:srgbClr val="0E6F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38D849F-A2DC-4CF7-8A36-7D35A4215E86}"/>
              </a:ext>
            </a:extLst>
          </p:cNvPr>
          <p:cNvSpPr txBox="1"/>
          <p:nvPr/>
        </p:nvSpPr>
        <p:spPr>
          <a:xfrm>
            <a:off x="348343" y="1057327"/>
            <a:ext cx="8621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/>
              <a:t>화 면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004C1C7-7478-4293-B655-B09B6F936F97}"/>
              </a:ext>
            </a:extLst>
          </p:cNvPr>
          <p:cNvSpPr txBox="1"/>
          <p:nvPr/>
        </p:nvSpPr>
        <p:spPr>
          <a:xfrm>
            <a:off x="8996172" y="1057327"/>
            <a:ext cx="28160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/>
              <a:t>설 명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6E84416-18B2-4161-A4CA-DFA12EDECB29}"/>
              </a:ext>
            </a:extLst>
          </p:cNvPr>
          <p:cNvSpPr/>
          <p:nvPr/>
        </p:nvSpPr>
        <p:spPr>
          <a:xfrm>
            <a:off x="5376620" y="2052533"/>
            <a:ext cx="347905" cy="285284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42602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3704</TotalTime>
  <Words>172</Words>
  <Application>Microsoft Office PowerPoint</Application>
  <PresentationFormat>와이드스크린</PresentationFormat>
  <Paragraphs>62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맑은 고딕</vt:lpstr>
      <vt:lpstr>Arial</vt:lpstr>
      <vt:lpstr>Office 테마</vt:lpstr>
      <vt:lpstr>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cover</dc:title>
  <dc:creator>misojiin</dc:creator>
  <cp:lastModifiedBy>강희재</cp:lastModifiedBy>
  <cp:revision>910</cp:revision>
  <cp:lastPrinted>2017-11-30T00:03:07Z</cp:lastPrinted>
  <dcterms:created xsi:type="dcterms:W3CDTF">2017-11-15T03:54:21Z</dcterms:created>
  <dcterms:modified xsi:type="dcterms:W3CDTF">2021-02-21T23:57:06Z</dcterms:modified>
</cp:coreProperties>
</file>