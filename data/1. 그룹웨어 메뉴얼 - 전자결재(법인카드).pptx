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notesMasterIdLst>
    <p:notesMasterId r:id="rId15"/>
  </p:notesMasterIdLst>
  <p:sldIdLst>
    <p:sldId id="304" r:id="rId3"/>
    <p:sldId id="306" r:id="rId4"/>
    <p:sldId id="307" r:id="rId5"/>
    <p:sldId id="308" r:id="rId6"/>
    <p:sldId id="310" r:id="rId7"/>
    <p:sldId id="312" r:id="rId8"/>
    <p:sldId id="311" r:id="rId9"/>
    <p:sldId id="313" r:id="rId10"/>
    <p:sldId id="314" r:id="rId11"/>
    <p:sldId id="315" r:id="rId12"/>
    <p:sldId id="316" r:id="rId13"/>
    <p:sldId id="317" r:id="rId14"/>
  </p:sldIdLst>
  <p:sldSz cx="12192000" cy="6858000"/>
  <p:notesSz cx="6797675" cy="9926638"/>
  <p:embeddedFontLst>
    <p:embeddedFont>
      <p:font typeface="맑은 고딕" panose="020B0503020000020004" pitchFamily="50" charset="-127"/>
      <p:regular r:id="rId16"/>
      <p:bold r:id="rId17"/>
    </p:embeddedFont>
    <p:embeddedFont>
      <p:font typeface="KoPubWorld돋움체 Bold" panose="020B0600000101010101" charset="-12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42BB5-93FD-4E06-9868-9D030C668FDE}" v="134" dt="2021-02-01T01:40:19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5" autoAdjust="0"/>
    <p:restoredTop sz="91036" autoAdjust="0"/>
  </p:normalViewPr>
  <p:slideViewPr>
    <p:cSldViewPr snapToGrid="0">
      <p:cViewPr varScale="1">
        <p:scale>
          <a:sx n="89" d="100"/>
          <a:sy n="89" d="100"/>
        </p:scale>
        <p:origin x="120" y="15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FB957BF7-BE35-4B0F-99DC-05EAB49A60AD}"/>
    <pc:docChg chg="modSld">
      <pc:chgData name="강희재" userId="5f137378-fb9e-4efa-89ca-3d5ddf85b964" providerId="ADAL" clId="{FB957BF7-BE35-4B0F-99DC-05EAB49A60AD}" dt="2021-01-12T00:47:39.320" v="16"/>
      <pc:docMkLst>
        <pc:docMk/>
      </pc:docMkLst>
      <pc:sldChg chg="modSp mod">
        <pc:chgData name="강희재" userId="5f137378-fb9e-4efa-89ca-3d5ddf85b964" providerId="ADAL" clId="{FB957BF7-BE35-4B0F-99DC-05EAB49A60AD}" dt="2021-01-12T00:47:39.320" v="16"/>
        <pc:sldMkLst>
          <pc:docMk/>
          <pc:sldMk cId="3084610053" sldId="336"/>
        </pc:sldMkLst>
        <pc:spChg chg="mod">
          <ac:chgData name="강희재" userId="5f137378-fb9e-4efa-89ca-3d5ddf85b964" providerId="ADAL" clId="{FB957BF7-BE35-4B0F-99DC-05EAB49A60AD}" dt="2021-01-12T00:47:39.320" v="16"/>
          <ac:spMkLst>
            <pc:docMk/>
            <pc:sldMk cId="3084610053" sldId="336"/>
            <ac:spMk id="10" creationId="{404D50FD-FCF2-44C6-9AA4-37E5737FA8EB}"/>
          </ac:spMkLst>
        </pc:spChg>
      </pc:sldChg>
    </pc:docChg>
  </pc:docChgLst>
  <pc:docChgLst>
    <pc:chgData name="강희재" userId="5f137378-fb9e-4efa-89ca-3d5ddf85b964" providerId="ADAL" clId="{FD906E82-72AD-4EBF-B7DC-94A137493906}"/>
    <pc:docChg chg="modSld">
      <pc:chgData name="강희재" userId="5f137378-fb9e-4efa-89ca-3d5ddf85b964" providerId="ADAL" clId="{FD906E82-72AD-4EBF-B7DC-94A137493906}" dt="2020-08-26T00:15:59.227" v="1" actId="338"/>
      <pc:docMkLst>
        <pc:docMk/>
      </pc:docMkLst>
      <pc:sldChg chg="addSp delSp modSp">
        <pc:chgData name="강희재" userId="5f137378-fb9e-4efa-89ca-3d5ddf85b964" providerId="ADAL" clId="{FD906E82-72AD-4EBF-B7DC-94A137493906}" dt="2020-08-26T00:15:59.227" v="1" actId="338"/>
        <pc:sldMkLst>
          <pc:docMk/>
          <pc:sldMk cId="2295488178" sldId="289"/>
        </pc:sldMkLst>
        <pc:grpChg chg="add mod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4" creationId="{6845DED0-D13B-4DFD-969C-C6C2384D7BEE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4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5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6" creationId="{00000000-0000-0000-0000-000000000000}"/>
          </ac:grpSpMkLst>
        </pc:grpChg>
        <pc:grpChg chg="mod topLvl">
          <ac:chgData name="강희재" userId="5f137378-fb9e-4efa-89ca-3d5ddf85b964" providerId="ADAL" clId="{FD906E82-72AD-4EBF-B7DC-94A137493906}" dt="2020-08-26T00:15:59.227" v="1" actId="338"/>
          <ac:grpSpMkLst>
            <pc:docMk/>
            <pc:sldMk cId="2295488178" sldId="289"/>
            <ac:grpSpMk id="17" creationId="{00000000-0000-0000-0000-000000000000}"/>
          </ac:grpSpMkLst>
        </pc:grpChg>
        <pc:grpChg chg="del">
          <ac:chgData name="강희재" userId="5f137378-fb9e-4efa-89ca-3d5ddf85b964" providerId="ADAL" clId="{FD906E82-72AD-4EBF-B7DC-94A137493906}" dt="2020-08-26T00:15:54.277" v="0" actId="165"/>
          <ac:grpSpMkLst>
            <pc:docMk/>
            <pc:sldMk cId="2295488178" sldId="289"/>
            <ac:grpSpMk id="22" creationId="{00000000-0000-0000-0000-000000000000}"/>
          </ac:grpSpMkLst>
        </pc:grpChg>
        <pc:graphicFrameChg chg="mod">
          <ac:chgData name="강희재" userId="5f137378-fb9e-4efa-89ca-3d5ddf85b964" providerId="ADAL" clId="{FD906E82-72AD-4EBF-B7DC-94A137493906}" dt="2020-08-26T00:15:54.277" v="0" actId="165"/>
          <ac:graphicFrameMkLst>
            <pc:docMk/>
            <pc:sldMk cId="2295488178" sldId="289"/>
            <ac:graphicFrameMk id="70" creationId="{00000000-0000-0000-0000-000000000000}"/>
          </ac:graphicFrameMkLst>
        </pc:graphicFrame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6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7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8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9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3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4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5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6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7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8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09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0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1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2" creationId="{00000000-0000-0000-0000-000000000000}"/>
          </ac:picMkLst>
        </pc:picChg>
        <pc:picChg chg="mod">
          <ac:chgData name="강희재" userId="5f137378-fb9e-4efa-89ca-3d5ddf85b964" providerId="ADAL" clId="{FD906E82-72AD-4EBF-B7DC-94A137493906}" dt="2020-08-26T00:15:54.277" v="0" actId="165"/>
          <ac:picMkLst>
            <pc:docMk/>
            <pc:sldMk cId="2295488178" sldId="289"/>
            <ac:picMk id="113" creationId="{00000000-0000-0000-0000-000000000000}"/>
          </ac:picMkLst>
        </pc:picChg>
      </pc:sldChg>
    </pc:docChg>
  </pc:docChgLst>
  <pc:docChgLst>
    <pc:chgData name="강희재" userId="5f137378-fb9e-4efa-89ca-3d5ddf85b964" providerId="ADAL" clId="{D31FBA7C-F5E5-41CD-9C46-144F00299DF9}"/>
    <pc:docChg chg="undo redo custSel addSld modSld">
      <pc:chgData name="강희재" userId="5f137378-fb9e-4efa-89ca-3d5ddf85b964" providerId="ADAL" clId="{D31FBA7C-F5E5-41CD-9C46-144F00299DF9}" dt="2020-08-31T01:21:10.859" v="2751" actId="20577"/>
      <pc:docMkLst>
        <pc:docMk/>
      </pc:docMkLst>
      <pc:sldChg chg="modSp mod">
        <pc:chgData name="강희재" userId="5f137378-fb9e-4efa-89ca-3d5ddf85b964" providerId="ADAL" clId="{D31FBA7C-F5E5-41CD-9C46-144F00299DF9}" dt="2020-08-31T01:21:10.859" v="2751" actId="20577"/>
        <pc:sldMkLst>
          <pc:docMk/>
          <pc:sldMk cId="3182785965" sldId="304"/>
        </pc:sldMkLst>
        <pc:spChg chg="mod">
          <ac:chgData name="강희재" userId="5f137378-fb9e-4efa-89ca-3d5ddf85b964" providerId="ADAL" clId="{D31FBA7C-F5E5-41CD-9C46-144F00299DF9}" dt="2020-08-31T01:21:10.859" v="2751" actId="20577"/>
          <ac:spMkLst>
            <pc:docMk/>
            <pc:sldMk cId="3182785965" sldId="304"/>
            <ac:spMk id="13" creationId="{00000000-0000-0000-0000-000000000000}"/>
          </ac:spMkLst>
        </pc:spChg>
      </pc:sldChg>
      <pc:sldChg chg="modSp mod">
        <pc:chgData name="강희재" userId="5f137378-fb9e-4efa-89ca-3d5ddf85b964" providerId="ADAL" clId="{D31FBA7C-F5E5-41CD-9C46-144F00299DF9}" dt="2020-08-31T01:17:14.556" v="2748" actId="6549"/>
        <pc:sldMkLst>
          <pc:docMk/>
          <pc:sldMk cId="1001841106" sldId="318"/>
        </pc:sldMkLst>
        <pc:spChg chg="mod">
          <ac:chgData name="강희재" userId="5f137378-fb9e-4efa-89ca-3d5ddf85b964" providerId="ADAL" clId="{D31FBA7C-F5E5-41CD-9C46-144F00299DF9}" dt="2020-08-31T01:17:14.556" v="2748" actId="6549"/>
          <ac:spMkLst>
            <pc:docMk/>
            <pc:sldMk cId="1001841106" sldId="318"/>
            <ac:spMk id="6" creationId="{A38546FC-4034-459C-A1CC-14AFC71573CC}"/>
          </ac:spMkLst>
        </pc:spChg>
      </pc:sldChg>
      <pc:sldChg chg="addSp modSp mod">
        <pc:chgData name="강희재" userId="5f137378-fb9e-4efa-89ca-3d5ddf85b964" providerId="ADAL" clId="{D31FBA7C-F5E5-41CD-9C46-144F00299DF9}" dt="2020-08-31T01:12:57.902" v="2746"/>
        <pc:sldMkLst>
          <pc:docMk/>
          <pc:sldMk cId="2215087216" sldId="319"/>
        </pc:sldMkLst>
        <pc:spChg chg="mod">
          <ac:chgData name="강희재" userId="5f137378-fb9e-4efa-89ca-3d5ddf85b964" providerId="ADAL" clId="{D31FBA7C-F5E5-41CD-9C46-144F00299DF9}" dt="2020-08-31T01:12:54.230" v="2745" actId="404"/>
          <ac:spMkLst>
            <pc:docMk/>
            <pc:sldMk cId="2215087216" sldId="319"/>
            <ac:spMk id="6" creationId="{A38546FC-4034-459C-A1CC-14AFC71573CC}"/>
          </ac:spMkLst>
        </pc:spChg>
        <pc:cxnChg chg="add mod">
          <ac:chgData name="강희재" userId="5f137378-fb9e-4efa-89ca-3d5ddf85b964" providerId="ADAL" clId="{D31FBA7C-F5E5-41CD-9C46-144F00299DF9}" dt="2020-08-31T01:12:57.902" v="2746"/>
          <ac:cxnSpMkLst>
            <pc:docMk/>
            <pc:sldMk cId="2215087216" sldId="319"/>
            <ac:cxnSpMk id="16" creationId="{46202B49-05EE-43B2-88D4-A8572AFED572}"/>
          </ac:cxnSpMkLst>
        </pc:cxnChg>
      </pc:sldChg>
      <pc:sldChg chg="addSp delSp modSp mod">
        <pc:chgData name="강희재" userId="5f137378-fb9e-4efa-89ca-3d5ddf85b964" providerId="ADAL" clId="{D31FBA7C-F5E5-41CD-9C46-144F00299DF9}" dt="2020-08-27T07:01:13.504" v="30" actId="478"/>
        <pc:sldMkLst>
          <pc:docMk/>
          <pc:sldMk cId="1151784237" sldId="340"/>
        </pc:sldMkLst>
        <pc:picChg chg="add del ord">
          <ac:chgData name="강희재" userId="5f137378-fb9e-4efa-89ca-3d5ddf85b964" providerId="ADAL" clId="{D31FBA7C-F5E5-41CD-9C46-144F00299DF9}" dt="2020-08-27T07:01:13.504" v="30" actId="478"/>
          <ac:picMkLst>
            <pc:docMk/>
            <pc:sldMk cId="1151784237" sldId="340"/>
            <ac:picMk id="4" creationId="{47BB4090-D00B-4972-95C7-CEFEF1E080DD}"/>
          </ac:picMkLst>
        </pc:picChg>
        <pc:picChg chg="add del">
          <ac:chgData name="강희재" userId="5f137378-fb9e-4efa-89ca-3d5ddf85b964" providerId="ADAL" clId="{D31FBA7C-F5E5-41CD-9C46-144F00299DF9}" dt="2020-08-27T07:01:09.632" v="28" actId="478"/>
          <ac:picMkLst>
            <pc:docMk/>
            <pc:sldMk cId="1151784237" sldId="340"/>
            <ac:picMk id="5" creationId="{831D452D-3BB3-4E4B-88C0-8F33D5FD4AAE}"/>
          </ac:picMkLst>
        </pc:picChg>
        <pc:picChg chg="add del">
          <ac:chgData name="강희재" userId="5f137378-fb9e-4efa-89ca-3d5ddf85b964" providerId="ADAL" clId="{D31FBA7C-F5E5-41CD-9C46-144F00299DF9}" dt="2020-08-27T07:01:08.421" v="27" actId="478"/>
          <ac:picMkLst>
            <pc:docMk/>
            <pc:sldMk cId="1151784237" sldId="340"/>
            <ac:picMk id="12" creationId="{2A526FE8-1352-4582-BA40-9A26E8E5A740}"/>
          </ac:picMkLst>
        </pc:picChg>
      </pc:sldChg>
      <pc:sldChg chg="addSp delSp modSp add mod">
        <pc:chgData name="강희재" userId="5f137378-fb9e-4efa-89ca-3d5ddf85b964" providerId="ADAL" clId="{D31FBA7C-F5E5-41CD-9C46-144F00299DF9}" dt="2020-08-27T07:52:36.170" v="1631" actId="207"/>
        <pc:sldMkLst>
          <pc:docMk/>
          <pc:sldMk cId="2777832302" sldId="341"/>
        </pc:sldMkLst>
        <pc:spChg chg="mod">
          <ac:chgData name="강희재" userId="5f137378-fb9e-4efa-89ca-3d5ddf85b964" providerId="ADAL" clId="{D31FBA7C-F5E5-41CD-9C46-144F00299DF9}" dt="2020-08-27T07:06:36.247" v="72"/>
          <ac:spMkLst>
            <pc:docMk/>
            <pc:sldMk cId="2777832302" sldId="341"/>
            <ac:spMk id="7" creationId="{00000000-0000-0000-0000-000000000000}"/>
          </ac:spMkLst>
        </pc:spChg>
        <pc:spChg chg="add del mod">
          <ac:chgData name="강희재" userId="5f137378-fb9e-4efa-89ca-3d5ddf85b964" providerId="ADAL" clId="{D31FBA7C-F5E5-41CD-9C46-144F00299DF9}" dt="2020-08-27T07:06:15.038" v="34" actId="1076"/>
          <ac:spMkLst>
            <pc:docMk/>
            <pc:sldMk cId="2777832302" sldId="341"/>
            <ac:spMk id="8" creationId="{EE0B465E-0C6F-4D08-9416-8F69BAAEE5CA}"/>
          </ac:spMkLst>
        </pc:spChg>
        <pc:spChg chg="mod">
          <ac:chgData name="강희재" userId="5f137378-fb9e-4efa-89ca-3d5ddf85b964" providerId="ADAL" clId="{D31FBA7C-F5E5-41CD-9C46-144F00299DF9}" dt="2020-08-27T07:52:36.170" v="1631" actId="207"/>
          <ac:spMkLst>
            <pc:docMk/>
            <pc:sldMk cId="2777832302" sldId="341"/>
            <ac:spMk id="10" creationId="{404D50FD-FCF2-44C6-9AA4-37E5737FA8EB}"/>
          </ac:spMkLst>
        </pc:spChg>
        <pc:spChg chg="add del mod">
          <ac:chgData name="강희재" userId="5f137378-fb9e-4efa-89ca-3d5ddf85b964" providerId="ADAL" clId="{D31FBA7C-F5E5-41CD-9C46-144F00299DF9}" dt="2020-08-27T07:06:42.079" v="75" actId="1035"/>
          <ac:spMkLst>
            <pc:docMk/>
            <pc:sldMk cId="2777832302" sldId="341"/>
            <ac:spMk id="18" creationId="{90E95E6D-B315-4DA2-811A-FA9BAB61E612}"/>
          </ac:spMkLst>
        </pc:spChg>
        <pc:picChg chg="add mod ord">
          <ac:chgData name="강희재" userId="5f137378-fb9e-4efa-89ca-3d5ddf85b964" providerId="ADAL" clId="{D31FBA7C-F5E5-41CD-9C46-144F00299DF9}" dt="2020-08-27T07:06:04.320" v="33" actId="1076"/>
          <ac:picMkLst>
            <pc:docMk/>
            <pc:sldMk cId="2777832302" sldId="341"/>
            <ac:picMk id="3" creationId="{B526950F-40AF-494E-83EA-7F2C72D05DE9}"/>
          </ac:picMkLst>
        </pc:picChg>
        <pc:picChg chg="del">
          <ac:chgData name="강희재" userId="5f137378-fb9e-4efa-89ca-3d5ddf85b964" providerId="ADAL" clId="{D31FBA7C-F5E5-41CD-9C46-144F00299DF9}" dt="2020-08-27T07:00:39.784" v="13" actId="478"/>
          <ac:picMkLst>
            <pc:docMk/>
            <pc:sldMk cId="2777832302" sldId="341"/>
            <ac:picMk id="4" creationId="{47BB4090-D00B-4972-95C7-CEFEF1E080DD}"/>
          </ac:picMkLst>
        </pc:picChg>
        <pc:picChg chg="del">
          <ac:chgData name="강희재" userId="5f137378-fb9e-4efa-89ca-3d5ddf85b964" providerId="ADAL" clId="{D31FBA7C-F5E5-41CD-9C46-144F00299DF9}" dt="2020-08-27T07:00:42.020" v="14" actId="478"/>
          <ac:picMkLst>
            <pc:docMk/>
            <pc:sldMk cId="2777832302" sldId="341"/>
            <ac:picMk id="5" creationId="{831D452D-3BB3-4E4B-88C0-8F33D5FD4AAE}"/>
          </ac:picMkLst>
        </pc:picChg>
        <pc:picChg chg="add del">
          <ac:chgData name="강희재" userId="5f137378-fb9e-4efa-89ca-3d5ddf85b964" providerId="ADAL" clId="{D31FBA7C-F5E5-41CD-9C46-144F00299DF9}" dt="2020-08-27T07:00:38.542" v="12"/>
          <ac:picMkLst>
            <pc:docMk/>
            <pc:sldMk cId="2777832302" sldId="341"/>
            <ac:picMk id="6" creationId="{7DEF6BA3-E76F-4079-88D7-ACAAD9FDBCA9}"/>
          </ac:picMkLst>
        </pc:picChg>
        <pc:picChg chg="add del mod">
          <ac:chgData name="강희재" userId="5f137378-fb9e-4efa-89ca-3d5ddf85b964" providerId="ADAL" clId="{D31FBA7C-F5E5-41CD-9C46-144F00299DF9}" dt="2020-08-27T07:42:22.106" v="797" actId="21"/>
          <ac:picMkLst>
            <pc:docMk/>
            <pc:sldMk cId="2777832302" sldId="341"/>
            <ac:picMk id="9" creationId="{DB25D341-E475-4C29-9A5C-CAA17ECE5636}"/>
          </ac:picMkLst>
        </pc:picChg>
        <pc:picChg chg="del">
          <ac:chgData name="강희재" userId="5f137378-fb9e-4efa-89ca-3d5ddf85b964" providerId="ADAL" clId="{D31FBA7C-F5E5-41CD-9C46-144F00299DF9}" dt="2020-08-27T06:58:14.340" v="7" actId="478"/>
          <ac:picMkLst>
            <pc:docMk/>
            <pc:sldMk cId="2777832302" sldId="341"/>
            <ac:picMk id="12" creationId="{2A526FE8-1352-4582-BA40-9A26E8E5A740}"/>
          </ac:picMkLst>
        </pc:picChg>
        <pc:cxnChg chg="add del">
          <ac:chgData name="강희재" userId="5f137378-fb9e-4efa-89ca-3d5ddf85b964" providerId="ADAL" clId="{D31FBA7C-F5E5-41CD-9C46-144F00299DF9}" dt="2020-08-27T06:58:18.337" v="10" actId="478"/>
          <ac:cxnSpMkLst>
            <pc:docMk/>
            <pc:sldMk cId="2777832302" sldId="341"/>
            <ac:cxnSpMk id="14" creationId="{B10E5156-D9CF-46DE-B296-9394395EE28A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7:59:58.850" v="2074" actId="20577"/>
        <pc:sldMkLst>
          <pc:docMk/>
          <pc:sldMk cId="494865313" sldId="342"/>
        </pc:sldMkLst>
        <pc:spChg chg="mod">
          <ac:chgData name="강희재" userId="5f137378-fb9e-4efa-89ca-3d5ddf85b964" providerId="ADAL" clId="{D31FBA7C-F5E5-41CD-9C46-144F00299DF9}" dt="2020-08-27T07:57:26.812" v="1998" actId="20577"/>
          <ac:spMkLst>
            <pc:docMk/>
            <pc:sldMk cId="494865313" sldId="342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27T07:23:50.316" v="486" actId="1076"/>
          <ac:spMkLst>
            <pc:docMk/>
            <pc:sldMk cId="494865313" sldId="342"/>
            <ac:spMk id="8" creationId="{EE0B465E-0C6F-4D08-9416-8F69BAAEE5CA}"/>
          </ac:spMkLst>
        </pc:spChg>
        <pc:spChg chg="add">
          <ac:chgData name="강희재" userId="5f137378-fb9e-4efa-89ca-3d5ddf85b964" providerId="ADAL" clId="{D31FBA7C-F5E5-41CD-9C46-144F00299DF9}" dt="2020-08-27T07:24:34.953" v="546" actId="22"/>
          <ac:spMkLst>
            <pc:docMk/>
            <pc:sldMk cId="494865313" sldId="342"/>
            <ac:spMk id="9" creationId="{F09E4334-6CDD-40E6-8EFA-162C403E363D}"/>
          </ac:spMkLst>
        </pc:spChg>
        <pc:spChg chg="mod">
          <ac:chgData name="강희재" userId="5f137378-fb9e-4efa-89ca-3d5ddf85b964" providerId="ADAL" clId="{D31FBA7C-F5E5-41CD-9C46-144F00299DF9}" dt="2020-08-27T07:59:58.850" v="2074" actId="20577"/>
          <ac:spMkLst>
            <pc:docMk/>
            <pc:sldMk cId="494865313" sldId="342"/>
            <ac:spMk id="10" creationId="{404D50FD-FCF2-44C6-9AA4-37E5737FA8EB}"/>
          </ac:spMkLst>
        </pc:spChg>
        <pc:spChg chg="add mod">
          <ac:chgData name="강희재" userId="5f137378-fb9e-4efa-89ca-3d5ddf85b964" providerId="ADAL" clId="{D31FBA7C-F5E5-41CD-9C46-144F00299DF9}" dt="2020-08-27T07:43:51.845" v="1099" actId="1037"/>
          <ac:spMkLst>
            <pc:docMk/>
            <pc:sldMk cId="494865313" sldId="342"/>
            <ac:spMk id="11" creationId="{5C521D09-8244-4D5F-96DF-53FB4761F480}"/>
          </ac:spMkLst>
        </pc:spChg>
        <pc:spChg chg="add mod">
          <ac:chgData name="강희재" userId="5f137378-fb9e-4efa-89ca-3d5ddf85b964" providerId="ADAL" clId="{D31FBA7C-F5E5-41CD-9C46-144F00299DF9}" dt="2020-08-27T07:23:58.761" v="492" actId="20577"/>
          <ac:spMkLst>
            <pc:docMk/>
            <pc:sldMk cId="494865313" sldId="342"/>
            <ac:spMk id="15" creationId="{C939195A-D1A5-4122-A3CB-C8C43BC46ABB}"/>
          </ac:spMkLst>
        </pc:spChg>
        <pc:spChg chg="add mod">
          <ac:chgData name="강희재" userId="5f137378-fb9e-4efa-89ca-3d5ddf85b964" providerId="ADAL" clId="{D31FBA7C-F5E5-41CD-9C46-144F00299DF9}" dt="2020-08-27T07:24:01.719" v="494" actId="20577"/>
          <ac:spMkLst>
            <pc:docMk/>
            <pc:sldMk cId="494865313" sldId="342"/>
            <ac:spMk id="16" creationId="{F9A4AD53-F42D-43C2-8FBF-2E393BEAAA52}"/>
          </ac:spMkLst>
        </pc:spChg>
        <pc:spChg chg="del">
          <ac:chgData name="강희재" userId="5f137378-fb9e-4efa-89ca-3d5ddf85b964" providerId="ADAL" clId="{D31FBA7C-F5E5-41CD-9C46-144F00299DF9}" dt="2020-08-27T07:24:12.671" v="510" actId="478"/>
          <ac:spMkLst>
            <pc:docMk/>
            <pc:sldMk cId="494865313" sldId="342"/>
            <ac:spMk id="18" creationId="{90E95E6D-B315-4DA2-811A-FA9BAB61E612}"/>
          </ac:spMkLst>
        </pc:spChg>
        <pc:spChg chg="add del mod">
          <ac:chgData name="강희재" userId="5f137378-fb9e-4efa-89ca-3d5ddf85b964" providerId="ADAL" clId="{D31FBA7C-F5E5-41CD-9C46-144F00299DF9}" dt="2020-08-27T07:43:43.201" v="1036" actId="478"/>
          <ac:spMkLst>
            <pc:docMk/>
            <pc:sldMk cId="494865313" sldId="342"/>
            <ac:spMk id="22" creationId="{1A5E5A29-2DA9-4448-ABAE-2D67D0ABB06B}"/>
          </ac:spMkLst>
        </pc:spChg>
        <pc:spChg chg="add">
          <ac:chgData name="강희재" userId="5f137378-fb9e-4efa-89ca-3d5ddf85b964" providerId="ADAL" clId="{D31FBA7C-F5E5-41CD-9C46-144F00299DF9}" dt="2020-08-27T07:31:57.578" v="749" actId="22"/>
          <ac:spMkLst>
            <pc:docMk/>
            <pc:sldMk cId="494865313" sldId="342"/>
            <ac:spMk id="27" creationId="{3BAED67E-D284-4FE0-BE07-721118FAB6E3}"/>
          </ac:spMkLst>
        </pc:spChg>
        <pc:picChg chg="del ord">
          <ac:chgData name="강희재" userId="5f137378-fb9e-4efa-89ca-3d5ddf85b964" providerId="ADAL" clId="{D31FBA7C-F5E5-41CD-9C46-144F00299DF9}" dt="2020-08-27T07:22:28.225" v="390" actId="478"/>
          <ac:picMkLst>
            <pc:docMk/>
            <pc:sldMk cId="494865313" sldId="342"/>
            <ac:picMk id="3" creationId="{B526950F-40AF-494E-83EA-7F2C72D05DE9}"/>
          </ac:picMkLst>
        </pc:picChg>
        <pc:picChg chg="add mod ord">
          <ac:chgData name="강희재" userId="5f137378-fb9e-4efa-89ca-3d5ddf85b964" providerId="ADAL" clId="{D31FBA7C-F5E5-41CD-9C46-144F00299DF9}" dt="2020-08-27T07:42:50.918" v="866" actId="167"/>
          <ac:picMkLst>
            <pc:docMk/>
            <pc:sldMk cId="494865313" sldId="342"/>
            <ac:picMk id="4" creationId="{B9413551-1CDC-406A-90B7-8C40B71A8D56}"/>
          </ac:picMkLst>
        </pc:picChg>
        <pc:picChg chg="add del mod ord">
          <ac:chgData name="강희재" userId="5f137378-fb9e-4efa-89ca-3d5ddf85b964" providerId="ADAL" clId="{D31FBA7C-F5E5-41CD-9C46-144F00299DF9}" dt="2020-08-27T07:42:59.461" v="940" actId="1038"/>
          <ac:picMkLst>
            <pc:docMk/>
            <pc:sldMk cId="494865313" sldId="342"/>
            <ac:picMk id="5" creationId="{4A01E298-F08B-4590-9090-70196E70E39A}"/>
          </ac:picMkLst>
        </pc:picChg>
        <pc:picChg chg="add del mod ord">
          <ac:chgData name="강희재" userId="5f137378-fb9e-4efa-89ca-3d5ddf85b964" providerId="ADAL" clId="{D31FBA7C-F5E5-41CD-9C46-144F00299DF9}" dt="2020-08-27T07:43:01.558" v="941" actId="21"/>
          <ac:picMkLst>
            <pc:docMk/>
            <pc:sldMk cId="494865313" sldId="342"/>
            <ac:picMk id="6" creationId="{D2FD482D-4648-46F2-AB20-2864C70E513F}"/>
          </ac:picMkLst>
        </pc:picChg>
        <pc:picChg chg="add del mod">
          <ac:chgData name="강희재" userId="5f137378-fb9e-4efa-89ca-3d5ddf85b964" providerId="ADAL" clId="{D31FBA7C-F5E5-41CD-9C46-144F00299DF9}" dt="2020-08-27T07:23:36.657" v="484" actId="478"/>
          <ac:picMkLst>
            <pc:docMk/>
            <pc:sldMk cId="494865313" sldId="342"/>
            <ac:picMk id="13" creationId="{7CC00A57-A562-4552-A9DF-A3D5D4C4515A}"/>
          </ac:picMkLst>
        </pc:picChg>
        <pc:picChg chg="add mod ord">
          <ac:chgData name="강희재" userId="5f137378-fb9e-4efa-89ca-3d5ddf85b964" providerId="ADAL" clId="{D31FBA7C-F5E5-41CD-9C46-144F00299DF9}" dt="2020-08-27T07:42:40.509" v="802" actId="167"/>
          <ac:picMkLst>
            <pc:docMk/>
            <pc:sldMk cId="494865313" sldId="342"/>
            <ac:picMk id="28" creationId="{F2F9AA5D-AE8B-4B76-B332-61FF363F3C5B}"/>
          </ac:picMkLst>
        </pc:picChg>
        <pc:cxnChg chg="add mod">
          <ac:chgData name="강희재" userId="5f137378-fb9e-4efa-89ca-3d5ddf85b964" providerId="ADAL" clId="{D31FBA7C-F5E5-41CD-9C46-144F00299DF9}" dt="2020-08-27T07:43:51.845" v="1099" actId="1037"/>
          <ac:cxnSpMkLst>
            <pc:docMk/>
            <pc:sldMk cId="494865313" sldId="342"/>
            <ac:cxnSpMk id="21" creationId="{13E85CA1-8088-4653-B60E-7BB873617C1A}"/>
          </ac:cxnSpMkLst>
        </pc:cxnChg>
        <pc:cxnChg chg="add del mod">
          <ac:chgData name="강희재" userId="5f137378-fb9e-4efa-89ca-3d5ddf85b964" providerId="ADAL" clId="{D31FBA7C-F5E5-41CD-9C46-144F00299DF9}" dt="2020-08-27T07:43:43.990" v="1037" actId="478"/>
          <ac:cxnSpMkLst>
            <pc:docMk/>
            <pc:sldMk cId="494865313" sldId="342"/>
            <ac:cxnSpMk id="26" creationId="{D979BD7D-1A48-4C22-A2B3-1D33AB9D22FE}"/>
          </ac:cxnSpMkLst>
        </pc:cxnChg>
        <pc:cxnChg chg="add mod">
          <ac:chgData name="강희재" userId="5f137378-fb9e-4efa-89ca-3d5ddf85b964" providerId="ADAL" clId="{D31FBA7C-F5E5-41CD-9C46-144F00299DF9}" dt="2020-08-27T07:59:13.174" v="2023" actId="14100"/>
          <ac:cxnSpMkLst>
            <pc:docMk/>
            <pc:sldMk cId="494865313" sldId="342"/>
            <ac:cxnSpMk id="33" creationId="{26E824F4-2E24-4A3C-9665-FBE1707C2FF9}"/>
          </ac:cxnSpMkLst>
        </pc:cxnChg>
        <pc:cxnChg chg="add del mod">
          <ac:chgData name="강희재" userId="5f137378-fb9e-4efa-89ca-3d5ddf85b964" providerId="ADAL" clId="{D31FBA7C-F5E5-41CD-9C46-144F00299DF9}" dt="2020-08-27T07:59:28.684" v="2031" actId="478"/>
          <ac:cxnSpMkLst>
            <pc:docMk/>
            <pc:sldMk cId="494865313" sldId="342"/>
            <ac:cxnSpMk id="37" creationId="{A588A57A-B91F-4FCF-8252-6A21333DD3B5}"/>
          </ac:cxnSpMkLst>
        </pc:cxnChg>
        <pc:cxnChg chg="add del mod">
          <ac:chgData name="강희재" userId="5f137378-fb9e-4efa-89ca-3d5ddf85b964" providerId="ADAL" clId="{D31FBA7C-F5E5-41CD-9C46-144F00299DF9}" dt="2020-08-27T07:59:27.728" v="2030" actId="478"/>
          <ac:cxnSpMkLst>
            <pc:docMk/>
            <pc:sldMk cId="494865313" sldId="342"/>
            <ac:cxnSpMk id="39" creationId="{17FFDF12-40CF-4A5E-A2DE-4612939E0ED7}"/>
          </ac:cxnSpMkLst>
        </pc:cxnChg>
        <pc:cxnChg chg="add mod">
          <ac:chgData name="강희재" userId="5f137378-fb9e-4efa-89ca-3d5ddf85b964" providerId="ADAL" clId="{D31FBA7C-F5E5-41CD-9C46-144F00299DF9}" dt="2020-08-27T07:59:47.914" v="2035" actId="14100"/>
          <ac:cxnSpMkLst>
            <pc:docMk/>
            <pc:sldMk cId="494865313" sldId="342"/>
            <ac:cxnSpMk id="42" creationId="{944815D0-73F7-4209-B0D8-E808D922D9FF}"/>
          </ac:cxnSpMkLst>
        </pc:cxnChg>
        <pc:cxnChg chg="add mod">
          <ac:chgData name="강희재" userId="5f137378-fb9e-4efa-89ca-3d5ddf85b964" providerId="ADAL" clId="{D31FBA7C-F5E5-41CD-9C46-144F00299DF9}" dt="2020-08-27T07:59:42.180" v="2034" actId="14100"/>
          <ac:cxnSpMkLst>
            <pc:docMk/>
            <pc:sldMk cId="494865313" sldId="342"/>
            <ac:cxnSpMk id="43" creationId="{A2E3A82F-B668-48CB-B35A-7AC41C3C90FC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8:02:08.579" v="2243" actId="20577"/>
        <pc:sldMkLst>
          <pc:docMk/>
          <pc:sldMk cId="744418554" sldId="343"/>
        </pc:sldMkLst>
        <pc:spChg chg="mod">
          <ac:chgData name="강희재" userId="5f137378-fb9e-4efa-89ca-3d5ddf85b964" providerId="ADAL" clId="{D31FBA7C-F5E5-41CD-9C46-144F00299DF9}" dt="2020-08-27T07:55:19.426" v="1845" actId="20577"/>
          <ac:spMkLst>
            <pc:docMk/>
            <pc:sldMk cId="744418554" sldId="343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27T08:02:08.579" v="2243" actId="20577"/>
          <ac:spMkLst>
            <pc:docMk/>
            <pc:sldMk cId="744418554" sldId="343"/>
            <ac:spMk id="10" creationId="{404D50FD-FCF2-44C6-9AA4-37E5737FA8EB}"/>
          </ac:spMkLst>
        </pc:spChg>
        <pc:spChg chg="del">
          <ac:chgData name="강희재" userId="5f137378-fb9e-4efa-89ca-3d5ddf85b964" providerId="ADAL" clId="{D31FBA7C-F5E5-41CD-9C46-144F00299DF9}" dt="2020-08-27T07:43:57.924" v="1100" actId="478"/>
          <ac:spMkLst>
            <pc:docMk/>
            <pc:sldMk cId="744418554" sldId="343"/>
            <ac:spMk id="11" creationId="{5C521D09-8244-4D5F-96DF-53FB4761F480}"/>
          </ac:spMkLst>
        </pc:spChg>
        <pc:spChg chg="mod">
          <ac:chgData name="강희재" userId="5f137378-fb9e-4efa-89ca-3d5ddf85b964" providerId="ADAL" clId="{D31FBA7C-F5E5-41CD-9C46-144F00299DF9}" dt="2020-08-27T07:46:18.284" v="1175" actId="1038"/>
          <ac:spMkLst>
            <pc:docMk/>
            <pc:sldMk cId="744418554" sldId="343"/>
            <ac:spMk id="22" creationId="{1A5E5A29-2DA9-4448-ABAE-2D67D0ABB06B}"/>
          </ac:spMkLst>
        </pc:spChg>
        <pc:spChg chg="add mod">
          <ac:chgData name="강희재" userId="5f137378-fb9e-4efa-89ca-3d5ddf85b964" providerId="ADAL" clId="{D31FBA7C-F5E5-41CD-9C46-144F00299DF9}" dt="2020-08-27T07:46:35.968" v="1181" actId="571"/>
          <ac:spMkLst>
            <pc:docMk/>
            <pc:sldMk cId="744418554" sldId="343"/>
            <ac:spMk id="31" creationId="{B57F13A4-8F73-48D9-A610-B7ADBC3F038B}"/>
          </ac:spMkLst>
        </pc:spChg>
        <pc:spChg chg="add mod">
          <ac:chgData name="강희재" userId="5f137378-fb9e-4efa-89ca-3d5ddf85b964" providerId="ADAL" clId="{D31FBA7C-F5E5-41CD-9C46-144F00299DF9}" dt="2020-08-27T08:01:34.987" v="2163" actId="1076"/>
          <ac:spMkLst>
            <pc:docMk/>
            <pc:sldMk cId="744418554" sldId="343"/>
            <ac:spMk id="46" creationId="{3D055D11-1B55-4A86-BE05-D5D39B77E662}"/>
          </ac:spMkLst>
        </pc:spChg>
        <pc:picChg chg="add del">
          <ac:chgData name="강희재" userId="5f137378-fb9e-4efa-89ca-3d5ddf85b964" providerId="ADAL" clId="{D31FBA7C-F5E5-41CD-9C46-144F00299DF9}" dt="2020-08-27T07:43:03.838" v="943" actId="22"/>
          <ac:picMkLst>
            <pc:docMk/>
            <pc:sldMk cId="744418554" sldId="343"/>
            <ac:picMk id="3" creationId="{EC1D5AEC-30D4-4F2E-B991-A8AA22185952}"/>
          </ac:picMkLst>
        </pc:picChg>
        <pc:picChg chg="del">
          <ac:chgData name="강희재" userId="5f137378-fb9e-4efa-89ca-3d5ddf85b964" providerId="ADAL" clId="{D31FBA7C-F5E5-41CD-9C46-144F00299DF9}" dt="2020-08-27T07:44:09.623" v="1103" actId="478"/>
          <ac:picMkLst>
            <pc:docMk/>
            <pc:sldMk cId="744418554" sldId="343"/>
            <ac:picMk id="5" creationId="{4A01E298-F08B-4590-9090-70196E70E39A}"/>
          </ac:picMkLst>
        </pc:picChg>
        <pc:picChg chg="mod">
          <ac:chgData name="강희재" userId="5f137378-fb9e-4efa-89ca-3d5ddf85b964" providerId="ADAL" clId="{D31FBA7C-F5E5-41CD-9C46-144F00299DF9}" dt="2020-08-27T07:43:05.754" v="945" actId="1037"/>
          <ac:picMkLst>
            <pc:docMk/>
            <pc:sldMk cId="744418554" sldId="343"/>
            <ac:picMk id="6" creationId="{D2FD482D-4648-46F2-AB20-2864C70E513F}"/>
          </ac:picMkLst>
        </pc:picChg>
        <pc:picChg chg="add mod ord">
          <ac:chgData name="강희재" userId="5f137378-fb9e-4efa-89ca-3d5ddf85b964" providerId="ADAL" clId="{D31FBA7C-F5E5-41CD-9C46-144F00299DF9}" dt="2020-08-27T08:01:01.577" v="2155" actId="1076"/>
          <ac:picMkLst>
            <pc:docMk/>
            <pc:sldMk cId="744418554" sldId="343"/>
            <ac:picMk id="18" creationId="{ED172B80-01B2-4AC5-8BEF-98F38F427112}"/>
          </ac:picMkLst>
        </pc:picChg>
        <pc:picChg chg="add del mod ord">
          <ac:chgData name="강희재" userId="5f137378-fb9e-4efa-89ca-3d5ddf85b964" providerId="ADAL" clId="{D31FBA7C-F5E5-41CD-9C46-144F00299DF9}" dt="2020-08-27T07:46:07.051" v="1134" actId="478"/>
          <ac:picMkLst>
            <pc:docMk/>
            <pc:sldMk cId="744418554" sldId="343"/>
            <ac:picMk id="23" creationId="{560FD79F-C85F-4B1D-989E-5137CA6F59B4}"/>
          </ac:picMkLst>
        </pc:picChg>
        <pc:cxnChg chg="del mod">
          <ac:chgData name="강희재" userId="5f137378-fb9e-4efa-89ca-3d5ddf85b964" providerId="ADAL" clId="{D31FBA7C-F5E5-41CD-9C46-144F00299DF9}" dt="2020-08-27T07:43:57.924" v="1100" actId="478"/>
          <ac:cxnSpMkLst>
            <pc:docMk/>
            <pc:sldMk cId="744418554" sldId="343"/>
            <ac:cxnSpMk id="21" creationId="{13E85CA1-8088-4653-B60E-7BB873617C1A}"/>
          </ac:cxnSpMkLst>
        </pc:cxnChg>
        <pc:cxnChg chg="add mod">
          <ac:chgData name="강희재" userId="5f137378-fb9e-4efa-89ca-3d5ddf85b964" providerId="ADAL" clId="{D31FBA7C-F5E5-41CD-9C46-144F00299DF9}" dt="2020-08-27T07:46:31.453" v="1180" actId="108"/>
          <ac:cxnSpMkLst>
            <pc:docMk/>
            <pc:sldMk cId="744418554" sldId="343"/>
            <ac:cxnSpMk id="25" creationId="{D003B764-F616-40EA-86AF-921FC0461B51}"/>
          </ac:cxnSpMkLst>
        </pc:cxnChg>
        <pc:cxnChg chg="add del mod">
          <ac:chgData name="강희재" userId="5f137378-fb9e-4efa-89ca-3d5ddf85b964" providerId="ADAL" clId="{D31FBA7C-F5E5-41CD-9C46-144F00299DF9}" dt="2020-08-27T07:46:24.812" v="1178" actId="478"/>
          <ac:cxnSpMkLst>
            <pc:docMk/>
            <pc:sldMk cId="744418554" sldId="343"/>
            <ac:cxnSpMk id="26" creationId="{D979BD7D-1A48-4C22-A2B3-1D33AB9D22FE}"/>
          </ac:cxnSpMkLst>
        </pc:cxnChg>
        <pc:cxnChg chg="add mod">
          <ac:chgData name="강희재" userId="5f137378-fb9e-4efa-89ca-3d5ddf85b964" providerId="ADAL" clId="{D31FBA7C-F5E5-41CD-9C46-144F00299DF9}" dt="2020-08-27T07:46:45.652" v="1185" actId="14100"/>
          <ac:cxnSpMkLst>
            <pc:docMk/>
            <pc:sldMk cId="744418554" sldId="343"/>
            <ac:cxnSpMk id="32" creationId="{B79F43A0-D65F-438B-9C54-2AA8924AE3AB}"/>
          </ac:cxnSpMkLst>
        </pc:cxnChg>
        <pc:cxnChg chg="add mod">
          <ac:chgData name="강희재" userId="5f137378-fb9e-4efa-89ca-3d5ddf85b964" providerId="ADAL" clId="{D31FBA7C-F5E5-41CD-9C46-144F00299DF9}" dt="2020-08-27T08:01:41.516" v="2165" actId="14100"/>
          <ac:cxnSpMkLst>
            <pc:docMk/>
            <pc:sldMk cId="744418554" sldId="343"/>
            <ac:cxnSpMk id="37" creationId="{0A64C05D-36B1-4FC3-8FC1-143EEE2FAA25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27T07:58:31.603" v="2006" actId="207"/>
        <pc:sldMkLst>
          <pc:docMk/>
          <pc:sldMk cId="3596852763" sldId="344"/>
        </pc:sldMkLst>
        <pc:spChg chg="mod">
          <ac:chgData name="강희재" userId="5f137378-fb9e-4efa-89ca-3d5ddf85b964" providerId="ADAL" clId="{D31FBA7C-F5E5-41CD-9C46-144F00299DF9}" dt="2020-08-27T07:55:23.666" v="1863"/>
          <ac:spMkLst>
            <pc:docMk/>
            <pc:sldMk cId="3596852763" sldId="344"/>
            <ac:spMk id="7" creationId="{00000000-0000-0000-0000-000000000000}"/>
          </ac:spMkLst>
        </pc:spChg>
        <pc:spChg chg="del">
          <ac:chgData name="강희재" userId="5f137378-fb9e-4efa-89ca-3d5ddf85b964" providerId="ADAL" clId="{D31FBA7C-F5E5-41CD-9C46-144F00299DF9}" dt="2020-08-27T07:54:25.933" v="1652" actId="478"/>
          <ac:spMkLst>
            <pc:docMk/>
            <pc:sldMk cId="3596852763" sldId="344"/>
            <ac:spMk id="8" creationId="{EE0B465E-0C6F-4D08-9416-8F69BAAEE5CA}"/>
          </ac:spMkLst>
        </pc:spChg>
        <pc:spChg chg="del">
          <ac:chgData name="강희재" userId="5f137378-fb9e-4efa-89ca-3d5ddf85b964" providerId="ADAL" clId="{D31FBA7C-F5E5-41CD-9C46-144F00299DF9}" dt="2020-08-27T07:57:19.346" v="1994" actId="478"/>
          <ac:spMkLst>
            <pc:docMk/>
            <pc:sldMk cId="3596852763" sldId="344"/>
            <ac:spMk id="9" creationId="{F09E4334-6CDD-40E6-8EFA-162C403E363D}"/>
          </ac:spMkLst>
        </pc:spChg>
        <pc:spChg chg="mod">
          <ac:chgData name="강희재" userId="5f137378-fb9e-4efa-89ca-3d5ddf85b964" providerId="ADAL" clId="{D31FBA7C-F5E5-41CD-9C46-144F00299DF9}" dt="2020-08-27T07:58:31.603" v="2006" actId="207"/>
          <ac:spMkLst>
            <pc:docMk/>
            <pc:sldMk cId="3596852763" sldId="344"/>
            <ac:spMk id="10" creationId="{404D50FD-FCF2-44C6-9AA4-37E5737FA8EB}"/>
          </ac:spMkLst>
        </pc:spChg>
        <pc:spChg chg="del mod">
          <ac:chgData name="강희재" userId="5f137378-fb9e-4efa-89ca-3d5ddf85b964" providerId="ADAL" clId="{D31FBA7C-F5E5-41CD-9C46-144F00299DF9}" dt="2020-08-27T07:57:16.343" v="1993" actId="478"/>
          <ac:spMkLst>
            <pc:docMk/>
            <pc:sldMk cId="3596852763" sldId="344"/>
            <ac:spMk id="15" creationId="{C939195A-D1A5-4122-A3CB-C8C43BC46ABB}"/>
          </ac:spMkLst>
        </pc:spChg>
        <pc:spChg chg="add del mod">
          <ac:chgData name="강희재" userId="5f137378-fb9e-4efa-89ca-3d5ddf85b964" providerId="ADAL" clId="{D31FBA7C-F5E5-41CD-9C46-144F00299DF9}" dt="2020-08-27T07:57:14.381" v="1992" actId="20577"/>
          <ac:spMkLst>
            <pc:docMk/>
            <pc:sldMk cId="3596852763" sldId="344"/>
            <ac:spMk id="16" creationId="{F9A4AD53-F42D-43C2-8FBF-2E393BEAAA52}"/>
          </ac:spMkLst>
        </pc:spChg>
        <pc:spChg chg="add mod">
          <ac:chgData name="강희재" userId="5f137378-fb9e-4efa-89ca-3d5ddf85b964" providerId="ADAL" clId="{D31FBA7C-F5E5-41CD-9C46-144F00299DF9}" dt="2020-08-27T07:56:33.053" v="1979" actId="14100"/>
          <ac:spMkLst>
            <pc:docMk/>
            <pc:sldMk cId="3596852763" sldId="344"/>
            <ac:spMk id="19" creationId="{8203A7B6-55BE-4259-8E6F-771FD417837E}"/>
          </ac:spMkLst>
        </pc:spChg>
        <pc:spChg chg="del mod">
          <ac:chgData name="강희재" userId="5f137378-fb9e-4efa-89ca-3d5ddf85b964" providerId="ADAL" clId="{D31FBA7C-F5E5-41CD-9C46-144F00299DF9}" dt="2020-08-27T07:56:25.403" v="1977" actId="478"/>
          <ac:spMkLst>
            <pc:docMk/>
            <pc:sldMk cId="3596852763" sldId="344"/>
            <ac:spMk id="22" creationId="{1A5E5A29-2DA9-4448-ABAE-2D67D0ABB06B}"/>
          </ac:spMkLst>
        </pc:spChg>
        <pc:spChg chg="add mod">
          <ac:chgData name="강희재" userId="5f137378-fb9e-4efa-89ca-3d5ddf85b964" providerId="ADAL" clId="{D31FBA7C-F5E5-41CD-9C46-144F00299DF9}" dt="2020-08-27T07:56:50.978" v="1984" actId="14100"/>
          <ac:spMkLst>
            <pc:docMk/>
            <pc:sldMk cId="3596852763" sldId="344"/>
            <ac:spMk id="24" creationId="{1D7666A2-F8DF-4750-ACE8-65A4C5675EE6}"/>
          </ac:spMkLst>
        </pc:spChg>
        <pc:spChg chg="del">
          <ac:chgData name="강희재" userId="5f137378-fb9e-4efa-89ca-3d5ddf85b964" providerId="ADAL" clId="{D31FBA7C-F5E5-41CD-9C46-144F00299DF9}" dt="2020-08-27T07:57:20.919" v="1995" actId="478"/>
          <ac:spMkLst>
            <pc:docMk/>
            <pc:sldMk cId="3596852763" sldId="344"/>
            <ac:spMk id="27" creationId="{3BAED67E-D284-4FE0-BE07-721118FAB6E3}"/>
          </ac:spMkLst>
        </pc:spChg>
        <pc:spChg chg="del">
          <ac:chgData name="강희재" userId="5f137378-fb9e-4efa-89ca-3d5ddf85b964" providerId="ADAL" clId="{D31FBA7C-F5E5-41CD-9C46-144F00299DF9}" dt="2020-08-27T07:54:24.768" v="1651" actId="478"/>
          <ac:spMkLst>
            <pc:docMk/>
            <pc:sldMk cId="3596852763" sldId="344"/>
            <ac:spMk id="31" creationId="{B57F13A4-8F73-48D9-A610-B7ADBC3F038B}"/>
          </ac:spMkLst>
        </pc:spChg>
        <pc:spChg chg="add mod">
          <ac:chgData name="강희재" userId="5f137378-fb9e-4efa-89ca-3d5ddf85b964" providerId="ADAL" clId="{D31FBA7C-F5E5-41CD-9C46-144F00299DF9}" dt="2020-08-27T07:57:07.846" v="1990" actId="14100"/>
          <ac:spMkLst>
            <pc:docMk/>
            <pc:sldMk cId="3596852763" sldId="344"/>
            <ac:spMk id="38" creationId="{FA9FA863-05DF-473A-A5AA-0E613C5669D5}"/>
          </ac:spMkLst>
        </pc:spChg>
        <pc:picChg chg="add del mod ord">
          <ac:chgData name="강희재" userId="5f137378-fb9e-4efa-89ca-3d5ddf85b964" providerId="ADAL" clId="{D31FBA7C-F5E5-41CD-9C46-144F00299DF9}" dt="2020-08-27T07:56:17.673" v="1974" actId="478"/>
          <ac:picMkLst>
            <pc:docMk/>
            <pc:sldMk cId="3596852763" sldId="344"/>
            <ac:picMk id="3" creationId="{D74D077A-2A60-4F05-97B7-10E1C8EEF937}"/>
          </ac:picMkLst>
        </pc:picChg>
        <pc:picChg chg="del">
          <ac:chgData name="강희재" userId="5f137378-fb9e-4efa-89ca-3d5ddf85b964" providerId="ADAL" clId="{D31FBA7C-F5E5-41CD-9C46-144F00299DF9}" dt="2020-08-27T07:53:12.436" v="1636" actId="478"/>
          <ac:picMkLst>
            <pc:docMk/>
            <pc:sldMk cId="3596852763" sldId="344"/>
            <ac:picMk id="4" creationId="{B9413551-1CDC-406A-90B7-8C40B71A8D56}"/>
          </ac:picMkLst>
        </pc:picChg>
        <pc:picChg chg="add del">
          <ac:chgData name="강희재" userId="5f137378-fb9e-4efa-89ca-3d5ddf85b964" providerId="ADAL" clId="{D31FBA7C-F5E5-41CD-9C46-144F00299DF9}" dt="2020-08-27T07:56:09.788" v="1970" actId="478"/>
          <ac:picMkLst>
            <pc:docMk/>
            <pc:sldMk cId="3596852763" sldId="344"/>
            <ac:picMk id="6" creationId="{D2FD482D-4648-46F2-AB20-2864C70E513F}"/>
          </ac:picMkLst>
        </pc:picChg>
        <pc:picChg chg="add del mod ord">
          <ac:chgData name="강희재" userId="5f137378-fb9e-4efa-89ca-3d5ddf85b964" providerId="ADAL" clId="{D31FBA7C-F5E5-41CD-9C46-144F00299DF9}" dt="2020-08-27T07:56:16.768" v="1973" actId="478"/>
          <ac:picMkLst>
            <pc:docMk/>
            <pc:sldMk cId="3596852763" sldId="344"/>
            <ac:picMk id="12" creationId="{76994342-B9B8-44A7-94CF-982DA46F29B4}"/>
          </ac:picMkLst>
        </pc:picChg>
        <pc:picChg chg="add del">
          <ac:chgData name="강희재" userId="5f137378-fb9e-4efa-89ca-3d5ddf85b964" providerId="ADAL" clId="{D31FBA7C-F5E5-41CD-9C46-144F00299DF9}" dt="2020-08-27T07:56:05.500" v="1969" actId="478"/>
          <ac:picMkLst>
            <pc:docMk/>
            <pc:sldMk cId="3596852763" sldId="344"/>
            <ac:picMk id="13" creationId="{123D3C29-9E12-4D2C-8516-965B4A57CE18}"/>
          </ac:picMkLst>
        </pc:picChg>
        <pc:picChg chg="add mod ord">
          <ac:chgData name="강희재" userId="5f137378-fb9e-4efa-89ca-3d5ddf85b964" providerId="ADAL" clId="{D31FBA7C-F5E5-41CD-9C46-144F00299DF9}" dt="2020-08-27T07:55:53.468" v="1930" actId="167"/>
          <ac:picMkLst>
            <pc:docMk/>
            <pc:sldMk cId="3596852763" sldId="344"/>
            <ac:picMk id="14" creationId="{076D888F-46B8-49A9-8AA8-17A89D0C454E}"/>
          </ac:picMkLst>
        </pc:picChg>
        <pc:picChg chg="del">
          <ac:chgData name="강희재" userId="5f137378-fb9e-4efa-89ca-3d5ddf85b964" providerId="ADAL" clId="{D31FBA7C-F5E5-41CD-9C46-144F00299DF9}" dt="2020-08-27T07:53:41.972" v="1645" actId="478"/>
          <ac:picMkLst>
            <pc:docMk/>
            <pc:sldMk cId="3596852763" sldId="344"/>
            <ac:picMk id="18" creationId="{ED172B80-01B2-4AC5-8BEF-98F38F427112}"/>
          </ac:picMkLst>
        </pc:picChg>
        <pc:picChg chg="add mod ord">
          <ac:chgData name="강희재" userId="5f137378-fb9e-4efa-89ca-3d5ddf85b964" providerId="ADAL" clId="{D31FBA7C-F5E5-41CD-9C46-144F00299DF9}" dt="2020-08-27T07:56:04.899" v="1968" actId="167"/>
          <ac:picMkLst>
            <pc:docMk/>
            <pc:sldMk cId="3596852763" sldId="344"/>
            <ac:picMk id="29" creationId="{1105D85E-A917-4E98-9594-F9A5DBB909B0}"/>
          </ac:picMkLst>
        </pc:picChg>
        <pc:picChg chg="add mod ord">
          <ac:chgData name="강희재" userId="5f137378-fb9e-4efa-89ca-3d5ddf85b964" providerId="ADAL" clId="{D31FBA7C-F5E5-41CD-9C46-144F00299DF9}" dt="2020-08-27T07:56:16.211" v="1972" actId="167"/>
          <ac:picMkLst>
            <pc:docMk/>
            <pc:sldMk cId="3596852763" sldId="344"/>
            <ac:picMk id="30" creationId="{0F48C852-3B0D-49CC-B513-E71A78B34FF8}"/>
          </ac:picMkLst>
        </pc:picChg>
        <pc:cxnChg chg="add mod">
          <ac:chgData name="강희재" userId="5f137378-fb9e-4efa-89ca-3d5ddf85b964" providerId="ADAL" clId="{D31FBA7C-F5E5-41CD-9C46-144F00299DF9}" dt="2020-08-27T07:56:42.267" v="1981" actId="108"/>
          <ac:cxnSpMkLst>
            <pc:docMk/>
            <pc:sldMk cId="3596852763" sldId="344"/>
            <ac:cxnSpMk id="23" creationId="{386113C4-381F-44B6-B607-74828901828E}"/>
          </ac:cxnSpMkLst>
        </pc:cxnChg>
        <pc:cxnChg chg="del mod">
          <ac:chgData name="강희재" userId="5f137378-fb9e-4efa-89ca-3d5ddf85b964" providerId="ADAL" clId="{D31FBA7C-F5E5-41CD-9C46-144F00299DF9}" dt="2020-08-27T07:56:24.121" v="1976" actId="478"/>
          <ac:cxnSpMkLst>
            <pc:docMk/>
            <pc:sldMk cId="3596852763" sldId="344"/>
            <ac:cxnSpMk id="25" creationId="{D003B764-F616-40EA-86AF-921FC0461B51}"/>
          </ac:cxnSpMkLst>
        </pc:cxnChg>
        <pc:cxnChg chg="del mod">
          <ac:chgData name="강희재" userId="5f137378-fb9e-4efa-89ca-3d5ddf85b964" providerId="ADAL" clId="{D31FBA7C-F5E5-41CD-9C46-144F00299DF9}" dt="2020-08-27T07:54:23.780" v="1650" actId="478"/>
          <ac:cxnSpMkLst>
            <pc:docMk/>
            <pc:sldMk cId="3596852763" sldId="344"/>
            <ac:cxnSpMk id="32" creationId="{B79F43A0-D65F-438B-9C54-2AA8924AE3AB}"/>
          </ac:cxnSpMkLst>
        </pc:cxnChg>
        <pc:cxnChg chg="add mod">
          <ac:chgData name="강희재" userId="5f137378-fb9e-4efa-89ca-3d5ddf85b964" providerId="ADAL" clId="{D31FBA7C-F5E5-41CD-9C46-144F00299DF9}" dt="2020-08-27T07:57:10.214" v="1991" actId="14100"/>
          <ac:cxnSpMkLst>
            <pc:docMk/>
            <pc:sldMk cId="3596852763" sldId="344"/>
            <ac:cxnSpMk id="37" creationId="{858504F7-E029-4F9E-A045-D6359153F1E6}"/>
          </ac:cxnSpMkLst>
        </pc:cxnChg>
      </pc:sldChg>
      <pc:sldChg chg="addSp delSp modSp add mod">
        <pc:chgData name="강희재" userId="5f137378-fb9e-4efa-89ca-3d5ddf85b964" providerId="ADAL" clId="{D31FBA7C-F5E5-41CD-9C46-144F00299DF9}" dt="2020-08-31T01:04:26.380" v="2736" actId="207"/>
        <pc:sldMkLst>
          <pc:docMk/>
          <pc:sldMk cId="3449655216" sldId="345"/>
        </pc:sldMkLst>
        <pc:spChg chg="mod">
          <ac:chgData name="강희재" userId="5f137378-fb9e-4efa-89ca-3d5ddf85b964" providerId="ADAL" clId="{D31FBA7C-F5E5-41CD-9C46-144F00299DF9}" dt="2020-08-31T01:04:26.380" v="2736" actId="207"/>
          <ac:spMkLst>
            <pc:docMk/>
            <pc:sldMk cId="3449655216" sldId="345"/>
            <ac:spMk id="6" creationId="{A38546FC-4034-459C-A1CC-14AFC71573CC}"/>
          </ac:spMkLst>
        </pc:spChg>
        <pc:spChg chg="mod">
          <ac:chgData name="강희재" userId="5f137378-fb9e-4efa-89ca-3d5ddf85b964" providerId="ADAL" clId="{D31FBA7C-F5E5-41CD-9C46-144F00299DF9}" dt="2020-08-31T01:01:15.357" v="2349"/>
          <ac:spMkLst>
            <pc:docMk/>
            <pc:sldMk cId="3449655216" sldId="345"/>
            <ac:spMk id="7" creationId="{00000000-0000-0000-0000-000000000000}"/>
          </ac:spMkLst>
        </pc:spChg>
        <pc:spChg chg="mod">
          <ac:chgData name="강희재" userId="5f137378-fb9e-4efa-89ca-3d5ddf85b964" providerId="ADAL" clId="{D31FBA7C-F5E5-41CD-9C46-144F00299DF9}" dt="2020-08-31T01:02:13.094" v="2366" actId="1038"/>
          <ac:spMkLst>
            <pc:docMk/>
            <pc:sldMk cId="3449655216" sldId="345"/>
            <ac:spMk id="9" creationId="{F6CC98E3-1A24-452B-A06D-3D4AAB202EBF}"/>
          </ac:spMkLst>
        </pc:spChg>
        <pc:spChg chg="mod">
          <ac:chgData name="강희재" userId="5f137378-fb9e-4efa-89ca-3d5ddf85b964" providerId="ADAL" clId="{D31FBA7C-F5E5-41CD-9C46-144F00299DF9}" dt="2020-08-31T01:02:10.186" v="2361" actId="1038"/>
          <ac:spMkLst>
            <pc:docMk/>
            <pc:sldMk cId="3449655216" sldId="345"/>
            <ac:spMk id="10" creationId="{4DA56409-5607-4E0F-BEFC-B3AFA128AE8A}"/>
          </ac:spMkLst>
        </pc:spChg>
        <pc:spChg chg="mod">
          <ac:chgData name="강희재" userId="5f137378-fb9e-4efa-89ca-3d5ddf85b964" providerId="ADAL" clId="{D31FBA7C-F5E5-41CD-9C46-144F00299DF9}" dt="2020-08-31T01:02:10.186" v="2361" actId="1038"/>
          <ac:spMkLst>
            <pc:docMk/>
            <pc:sldMk cId="3449655216" sldId="345"/>
            <ac:spMk id="11" creationId="{AE17CA18-98F2-4004-947E-99FBB92D37F8}"/>
          </ac:spMkLst>
        </pc:spChg>
        <pc:spChg chg="del mod">
          <ac:chgData name="강희재" userId="5f137378-fb9e-4efa-89ca-3d5ddf85b964" providerId="ADAL" clId="{D31FBA7C-F5E5-41CD-9C46-144F00299DF9}" dt="2020-08-31T01:01:03.751" v="2337" actId="478"/>
          <ac:spMkLst>
            <pc:docMk/>
            <pc:sldMk cId="3449655216" sldId="345"/>
            <ac:spMk id="12" creationId="{2663FD46-FC6E-4196-871B-95E04A093706}"/>
          </ac:spMkLst>
        </pc:spChg>
        <pc:spChg chg="del">
          <ac:chgData name="강희재" userId="5f137378-fb9e-4efa-89ca-3d5ddf85b964" providerId="ADAL" clId="{D31FBA7C-F5E5-41CD-9C46-144F00299DF9}" dt="2020-08-31T01:03:02.858" v="2397" actId="478"/>
          <ac:spMkLst>
            <pc:docMk/>
            <pc:sldMk cId="3449655216" sldId="345"/>
            <ac:spMk id="13" creationId="{B983E715-7542-4548-A343-EBC142FCA5CD}"/>
          </ac:spMkLst>
        </pc:spChg>
        <pc:spChg chg="add mod">
          <ac:chgData name="강희재" userId="5f137378-fb9e-4efa-89ca-3d5ddf85b964" providerId="ADAL" clId="{D31FBA7C-F5E5-41CD-9C46-144F00299DF9}" dt="2020-08-31T01:02:24.606" v="2388" actId="14100"/>
          <ac:spMkLst>
            <pc:docMk/>
            <pc:sldMk cId="3449655216" sldId="345"/>
            <ac:spMk id="16" creationId="{19DDBA9C-8DA9-48B3-A8C6-A6030261A23D}"/>
          </ac:spMkLst>
        </pc:spChg>
        <pc:picChg chg="add del mod ord">
          <ac:chgData name="강희재" userId="5f137378-fb9e-4efa-89ca-3d5ddf85b964" providerId="ADAL" clId="{D31FBA7C-F5E5-41CD-9C46-144F00299DF9}" dt="2020-08-31T01:02:06.511" v="2355" actId="478"/>
          <ac:picMkLst>
            <pc:docMk/>
            <pc:sldMk cId="3449655216" sldId="345"/>
            <ac:picMk id="3" creationId="{3BBA7B0C-A0A7-4875-BDF9-BAE2A691FDDB}"/>
          </ac:picMkLst>
        </pc:picChg>
        <pc:picChg chg="add mod ord">
          <ac:chgData name="강희재" userId="5f137378-fb9e-4efa-89ca-3d5ddf85b964" providerId="ADAL" clId="{D31FBA7C-F5E5-41CD-9C46-144F00299DF9}" dt="2020-08-31T01:02:05.944" v="2354" actId="167"/>
          <ac:picMkLst>
            <pc:docMk/>
            <pc:sldMk cId="3449655216" sldId="345"/>
            <ac:picMk id="4" creationId="{F3FF2EED-6478-4C1F-A4FC-C50C27AD1E60}"/>
          </ac:picMkLst>
        </pc:picChg>
        <pc:picChg chg="del">
          <ac:chgData name="강희재" userId="5f137378-fb9e-4efa-89ca-3d5ddf85b964" providerId="ADAL" clId="{D31FBA7C-F5E5-41CD-9C46-144F00299DF9}" dt="2020-08-31T01:00:46.078" v="2333" actId="478"/>
          <ac:picMkLst>
            <pc:docMk/>
            <pc:sldMk cId="3449655216" sldId="345"/>
            <ac:picMk id="8" creationId="{424166BD-EA7B-46DF-8F9F-0DEFE7AD111A}"/>
          </ac:picMkLst>
        </pc:picChg>
        <pc:cxnChg chg="add mod">
          <ac:chgData name="강희재" userId="5f137378-fb9e-4efa-89ca-3d5ddf85b964" providerId="ADAL" clId="{D31FBA7C-F5E5-41CD-9C46-144F00299DF9}" dt="2020-08-31T01:02:48.482" v="2393" actId="14100"/>
          <ac:cxnSpMkLst>
            <pc:docMk/>
            <pc:sldMk cId="3449655216" sldId="345"/>
            <ac:cxnSpMk id="18" creationId="{BA8BCA49-BA60-4FDA-A42A-C4D8BA29847E}"/>
          </ac:cxnSpMkLst>
        </pc:cxnChg>
        <pc:cxnChg chg="add mod">
          <ac:chgData name="강희재" userId="5f137378-fb9e-4efa-89ca-3d5ddf85b964" providerId="ADAL" clId="{D31FBA7C-F5E5-41CD-9C46-144F00299DF9}" dt="2020-08-31T01:02:57.115" v="2395" actId="108"/>
          <ac:cxnSpMkLst>
            <pc:docMk/>
            <pc:sldMk cId="3449655216" sldId="345"/>
            <ac:cxnSpMk id="20" creationId="{78669F3E-11E4-4A46-94BE-F9594693A546}"/>
          </ac:cxnSpMkLst>
        </pc:cxnChg>
      </pc:sldChg>
    </pc:docChg>
  </pc:docChgLst>
  <pc:docChgLst>
    <pc:chgData name="강희재" userId="5f137378-fb9e-4efa-89ca-3d5ddf85b964" providerId="ADAL" clId="{1B742BB5-93FD-4E06-9868-9D030C668FDE}"/>
    <pc:docChg chg="undo redo custSel addSld delSld modSld sldOrd">
      <pc:chgData name="강희재" userId="5f137378-fb9e-4efa-89ca-3d5ddf85b964" providerId="ADAL" clId="{1B742BB5-93FD-4E06-9868-9D030C668FDE}" dt="2021-02-01T01:41:00.200" v="1791" actId="20577"/>
      <pc:docMkLst>
        <pc:docMk/>
      </pc:docMkLst>
      <pc:sldChg chg="del">
        <pc:chgData name="강희재" userId="5f137378-fb9e-4efa-89ca-3d5ddf85b964" providerId="ADAL" clId="{1B742BB5-93FD-4E06-9868-9D030C668FDE}" dt="2021-02-01T01:11:51.582" v="170" actId="2696"/>
        <pc:sldMkLst>
          <pc:docMk/>
          <pc:sldMk cId="1352917034" sldId="258"/>
        </pc:sldMkLst>
      </pc:sldChg>
      <pc:sldChg chg="add del setBg">
        <pc:chgData name="강희재" userId="5f137378-fb9e-4efa-89ca-3d5ddf85b964" providerId="ADAL" clId="{1B742BB5-93FD-4E06-9868-9D030C668FDE}" dt="2021-02-01T01:11:56.965" v="173"/>
        <pc:sldMkLst>
          <pc:docMk/>
          <pc:sldMk cId="4064839298" sldId="258"/>
        </pc:sldMkLst>
      </pc:sldChg>
      <pc:sldChg chg="addSp delSp modSp mod">
        <pc:chgData name="강희재" userId="5f137378-fb9e-4efa-89ca-3d5ddf85b964" providerId="ADAL" clId="{1B742BB5-93FD-4E06-9868-9D030C668FDE}" dt="2021-02-01T01:41:00.200" v="1791" actId="20577"/>
        <pc:sldMkLst>
          <pc:docMk/>
          <pc:sldMk cId="3182785965" sldId="304"/>
        </pc:sldMkLst>
        <pc:spChg chg="mod">
          <ac:chgData name="강희재" userId="5f137378-fb9e-4efa-89ca-3d5ddf85b964" providerId="ADAL" clId="{1B742BB5-93FD-4E06-9868-9D030C668FDE}" dt="2021-01-31T23:34:12.052" v="27"/>
          <ac:spMkLst>
            <pc:docMk/>
            <pc:sldMk cId="3182785965" sldId="304"/>
            <ac:spMk id="10" creationId="{00000000-0000-0000-0000-000000000000}"/>
          </ac:spMkLst>
        </pc:spChg>
        <pc:spChg chg="add del mod">
          <ac:chgData name="강희재" userId="5f137378-fb9e-4efa-89ca-3d5ddf85b964" providerId="ADAL" clId="{1B742BB5-93FD-4E06-9868-9D030C668FDE}" dt="2021-02-01T01:41:00.200" v="1791" actId="20577"/>
          <ac:spMkLst>
            <pc:docMk/>
            <pc:sldMk cId="3182785965" sldId="304"/>
            <ac:spMk id="13" creationId="{00000000-0000-0000-0000-000000000000}"/>
          </ac:spMkLst>
        </pc:spChg>
      </pc:sldChg>
      <pc:sldChg chg="addSp delSp modSp mod">
        <pc:chgData name="강희재" userId="5f137378-fb9e-4efa-89ca-3d5ddf85b964" providerId="ADAL" clId="{1B742BB5-93FD-4E06-9868-9D030C668FDE}" dt="2021-02-01T01:31:56.477" v="921" actId="108"/>
        <pc:sldMkLst>
          <pc:docMk/>
          <pc:sldMk cId="1152526190" sldId="306"/>
        </pc:sldMkLst>
        <pc:spChg chg="del">
          <ac:chgData name="강희재" userId="5f137378-fb9e-4efa-89ca-3d5ddf85b964" providerId="ADAL" clId="{1B742BB5-93FD-4E06-9868-9D030C668FDE}" dt="2021-02-01T01:11:20.431" v="133" actId="478"/>
          <ac:spMkLst>
            <pc:docMk/>
            <pc:sldMk cId="1152526190" sldId="306"/>
            <ac:spMk id="4" creationId="{01BB8628-FC37-4673-910E-6B08F24320EC}"/>
          </ac:spMkLst>
        </pc:spChg>
        <pc:spChg chg="del">
          <ac:chgData name="강희재" userId="5f137378-fb9e-4efa-89ca-3d5ddf85b964" providerId="ADAL" clId="{1B742BB5-93FD-4E06-9868-9D030C668FDE}" dt="2021-02-01T01:11:20.431" v="133" actId="478"/>
          <ac:spMkLst>
            <pc:docMk/>
            <pc:sldMk cId="1152526190" sldId="306"/>
            <ac:spMk id="5" creationId="{61E72F9E-FFDF-4054-B3E8-ACA25AED1A24}"/>
          </ac:spMkLst>
        </pc:spChg>
        <pc:spChg chg="mod">
          <ac:chgData name="강희재" userId="5f137378-fb9e-4efa-89ca-3d5ddf85b964" providerId="ADAL" clId="{1B742BB5-93FD-4E06-9868-9D030C668FDE}" dt="2021-02-01T01:10:40.255" v="74" actId="20577"/>
          <ac:spMkLst>
            <pc:docMk/>
            <pc:sldMk cId="1152526190" sldId="306"/>
            <ac:spMk id="7" creationId="{00000000-0000-0000-0000-000000000000}"/>
          </ac:spMkLst>
        </pc:spChg>
        <pc:spChg chg="mod">
          <ac:chgData name="강희재" userId="5f137378-fb9e-4efa-89ca-3d5ddf85b964" providerId="ADAL" clId="{1B742BB5-93FD-4E06-9868-9D030C668FDE}" dt="2021-02-01T01:16:55.033" v="509"/>
          <ac:spMkLst>
            <pc:docMk/>
            <pc:sldMk cId="1152526190" sldId="306"/>
            <ac:spMk id="14" creationId="{523B1517-9F72-4EFA-AC15-C16BA373338C}"/>
          </ac:spMkLst>
        </pc:spChg>
        <pc:spChg chg="add del mod">
          <ac:chgData name="강희재" userId="5f137378-fb9e-4efa-89ca-3d5ddf85b964" providerId="ADAL" clId="{1B742BB5-93FD-4E06-9868-9D030C668FDE}" dt="2021-02-01T01:18:11.084" v="545" actId="478"/>
          <ac:spMkLst>
            <pc:docMk/>
            <pc:sldMk cId="1152526190" sldId="306"/>
            <ac:spMk id="16" creationId="{FE27214D-73E8-45D3-8FC3-3400B87EC5F0}"/>
          </ac:spMkLst>
        </pc:spChg>
        <pc:spChg chg="add mod">
          <ac:chgData name="강희재" userId="5f137378-fb9e-4efa-89ca-3d5ddf85b964" providerId="ADAL" clId="{1B742BB5-93FD-4E06-9868-9D030C668FDE}" dt="2021-02-01T01:18:18.190" v="547" actId="14100"/>
          <ac:spMkLst>
            <pc:docMk/>
            <pc:sldMk cId="1152526190" sldId="306"/>
            <ac:spMk id="17" creationId="{0B861322-B5F2-44DA-809B-525FE027E684}"/>
          </ac:spMkLst>
        </pc:spChg>
        <pc:spChg chg="add del">
          <ac:chgData name="강희재" userId="5f137378-fb9e-4efa-89ca-3d5ddf85b964" providerId="ADAL" clId="{1B742BB5-93FD-4E06-9868-9D030C668FDE}" dt="2021-02-01T01:14:15.817" v="408" actId="22"/>
          <ac:spMkLst>
            <pc:docMk/>
            <pc:sldMk cId="1152526190" sldId="306"/>
            <ac:spMk id="18" creationId="{33E3C0F6-148A-41CF-B475-4EB6035F9D1C}"/>
          </ac:spMkLst>
        </pc:spChg>
        <pc:spChg chg="add mod">
          <ac:chgData name="강희재" userId="5f137378-fb9e-4efa-89ca-3d5ddf85b964" providerId="ADAL" clId="{1B742BB5-93FD-4E06-9868-9D030C668FDE}" dt="2021-02-01T01:16:05.680" v="466" actId="1076"/>
          <ac:spMkLst>
            <pc:docMk/>
            <pc:sldMk cId="1152526190" sldId="306"/>
            <ac:spMk id="21" creationId="{AB782E37-24C0-4FE5-B274-C014065F91A1}"/>
          </ac:spMkLst>
        </pc:spChg>
        <pc:spChg chg="add mod">
          <ac:chgData name="강희재" userId="5f137378-fb9e-4efa-89ca-3d5ddf85b964" providerId="ADAL" clId="{1B742BB5-93FD-4E06-9868-9D030C668FDE}" dt="2021-02-01T01:16:59.840" v="525" actId="1035"/>
          <ac:spMkLst>
            <pc:docMk/>
            <pc:sldMk cId="1152526190" sldId="306"/>
            <ac:spMk id="28" creationId="{FBF68F97-C32A-47A8-BAD2-6C17A01E7C24}"/>
          </ac:spMkLst>
        </pc:spChg>
        <pc:spChg chg="add mod">
          <ac:chgData name="강희재" userId="5f137378-fb9e-4efa-89ca-3d5ddf85b964" providerId="ADAL" clId="{1B742BB5-93FD-4E06-9868-9D030C668FDE}" dt="2021-02-01T01:17:04.472" v="526" actId="6549"/>
          <ac:spMkLst>
            <pc:docMk/>
            <pc:sldMk cId="1152526190" sldId="306"/>
            <ac:spMk id="29" creationId="{F09AF341-2E0D-44D2-95BA-CFA025910D9E}"/>
          </ac:spMkLst>
        </pc:spChg>
        <pc:spChg chg="add del mod">
          <ac:chgData name="강희재" userId="5f137378-fb9e-4efa-89ca-3d5ddf85b964" providerId="ADAL" clId="{1B742BB5-93FD-4E06-9868-9D030C668FDE}" dt="2021-02-01T01:18:11.084" v="545" actId="478"/>
          <ac:spMkLst>
            <pc:docMk/>
            <pc:sldMk cId="1152526190" sldId="306"/>
            <ac:spMk id="30" creationId="{EE59E8C6-87A4-4DC8-9ACC-DB5794BB6CE8}"/>
          </ac:spMkLst>
        </pc:spChg>
        <pc:spChg chg="add mod">
          <ac:chgData name="강희재" userId="5f137378-fb9e-4efa-89ca-3d5ddf85b964" providerId="ADAL" clId="{1B742BB5-93FD-4E06-9868-9D030C668FDE}" dt="2021-02-01T01:18:11.334" v="546"/>
          <ac:spMkLst>
            <pc:docMk/>
            <pc:sldMk cId="1152526190" sldId="306"/>
            <ac:spMk id="31" creationId="{57E8ED15-2990-4A32-9173-9A188546741D}"/>
          </ac:spMkLst>
        </pc:spChg>
        <pc:spChg chg="add mod">
          <ac:chgData name="강희재" userId="5f137378-fb9e-4efa-89ca-3d5ddf85b964" providerId="ADAL" clId="{1B742BB5-93FD-4E06-9868-9D030C668FDE}" dt="2021-02-01T01:18:11.334" v="546"/>
          <ac:spMkLst>
            <pc:docMk/>
            <pc:sldMk cId="1152526190" sldId="306"/>
            <ac:spMk id="32" creationId="{DFCA3417-40A7-4398-892D-6F3C00EE46D2}"/>
          </ac:spMkLst>
        </pc:spChg>
        <pc:picChg chg="add del mod">
          <ac:chgData name="강희재" userId="5f137378-fb9e-4efa-89ca-3d5ddf85b964" providerId="ADAL" clId="{1B742BB5-93FD-4E06-9868-9D030C668FDE}" dt="2021-02-01T01:14:29.096" v="417" actId="478"/>
          <ac:picMkLst>
            <pc:docMk/>
            <pc:sldMk cId="1152526190" sldId="306"/>
            <ac:picMk id="3" creationId="{82074C74-3E1A-4EB5-A131-F7387F47F4C5}"/>
          </ac:picMkLst>
        </pc:picChg>
        <pc:picChg chg="add del mod ord">
          <ac:chgData name="강희재" userId="5f137378-fb9e-4efa-89ca-3d5ddf85b964" providerId="ADAL" clId="{1B742BB5-93FD-4E06-9868-9D030C668FDE}" dt="2021-02-01T01:12:24.005" v="187" actId="22"/>
          <ac:picMkLst>
            <pc:docMk/>
            <pc:sldMk cId="1152526190" sldId="306"/>
            <ac:picMk id="8" creationId="{4CE48CD9-511C-4C25-9EDD-37674C05AC43}"/>
          </ac:picMkLst>
        </pc:picChg>
        <pc:picChg chg="add del mod">
          <ac:chgData name="강희재" userId="5f137378-fb9e-4efa-89ca-3d5ddf85b964" providerId="ADAL" clId="{1B742BB5-93FD-4E06-9868-9D030C668FDE}" dt="2021-02-01T01:14:27.222" v="415" actId="478"/>
          <ac:picMkLst>
            <pc:docMk/>
            <pc:sldMk cId="1152526190" sldId="306"/>
            <ac:picMk id="11" creationId="{B5DBC6A4-01C1-4318-99C8-990F0D189CC7}"/>
          </ac:picMkLst>
        </pc:picChg>
        <pc:picChg chg="add del mod ord">
          <ac:chgData name="강희재" userId="5f137378-fb9e-4efa-89ca-3d5ddf85b964" providerId="ADAL" clId="{1B742BB5-93FD-4E06-9868-9D030C668FDE}" dt="2021-02-01T01:16:00.957" v="465" actId="478"/>
          <ac:picMkLst>
            <pc:docMk/>
            <pc:sldMk cId="1152526190" sldId="306"/>
            <ac:picMk id="12" creationId="{DFEB730C-FAA4-4A0D-A793-C24EDB13D67E}"/>
          </ac:picMkLst>
        </pc:picChg>
        <pc:picChg chg="add mod ord">
          <ac:chgData name="강희재" userId="5f137378-fb9e-4efa-89ca-3d5ddf85b964" providerId="ADAL" clId="{1B742BB5-93FD-4E06-9868-9D030C668FDE}" dt="2021-02-01T01:31:56.477" v="921" actId="108"/>
          <ac:picMkLst>
            <pc:docMk/>
            <pc:sldMk cId="1152526190" sldId="306"/>
            <ac:picMk id="15" creationId="{401B2E6F-A791-4A6B-BADC-EA1D11BA0C07}"/>
          </ac:picMkLst>
        </pc:picChg>
        <pc:picChg chg="add del mod">
          <ac:chgData name="강희재" userId="5f137378-fb9e-4efa-89ca-3d5ddf85b964" providerId="ADAL" clId="{1B742BB5-93FD-4E06-9868-9D030C668FDE}" dt="2021-02-01T01:15:31.589" v="452" actId="478"/>
          <ac:picMkLst>
            <pc:docMk/>
            <pc:sldMk cId="1152526190" sldId="306"/>
            <ac:picMk id="20" creationId="{D9884F88-7731-4CA2-8FC3-F4FFB58C61AC}"/>
          </ac:picMkLst>
        </pc:picChg>
        <pc:picChg chg="add del mod">
          <ac:chgData name="강희재" userId="5f137378-fb9e-4efa-89ca-3d5ddf85b964" providerId="ADAL" clId="{1B742BB5-93FD-4E06-9868-9D030C668FDE}" dt="2021-02-01T01:15:45.652" v="458" actId="478"/>
          <ac:picMkLst>
            <pc:docMk/>
            <pc:sldMk cId="1152526190" sldId="306"/>
            <ac:picMk id="23" creationId="{2E829974-9511-4300-976B-23E703FB50B1}"/>
          </ac:picMkLst>
        </pc:picChg>
        <pc:picChg chg="add mod ord">
          <ac:chgData name="강희재" userId="5f137378-fb9e-4efa-89ca-3d5ddf85b964" providerId="ADAL" clId="{1B742BB5-93FD-4E06-9868-9D030C668FDE}" dt="2021-02-01T01:31:56.477" v="921" actId="108"/>
          <ac:picMkLst>
            <pc:docMk/>
            <pc:sldMk cId="1152526190" sldId="306"/>
            <ac:picMk id="25" creationId="{A067F80C-7220-4ED2-8555-B23181C581CA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120986130" sldId="307"/>
        </pc:sldMkLst>
      </pc:sldChg>
      <pc:sldChg chg="addSp delSp modSp add mod">
        <pc:chgData name="강희재" userId="5f137378-fb9e-4efa-89ca-3d5ddf85b964" providerId="ADAL" clId="{1B742BB5-93FD-4E06-9868-9D030C668FDE}" dt="2021-02-01T01:31:53.406" v="920" actId="108"/>
        <pc:sldMkLst>
          <pc:docMk/>
          <pc:sldMk cId="3267967954" sldId="307"/>
        </pc:sldMkLst>
        <pc:spChg chg="add mod">
          <ac:chgData name="강희재" userId="5f137378-fb9e-4efa-89ca-3d5ddf85b964" providerId="ADAL" clId="{1B742BB5-93FD-4E06-9868-9D030C668FDE}" dt="2021-02-01T01:27:59.216" v="893" actId="207"/>
          <ac:spMkLst>
            <pc:docMk/>
            <pc:sldMk cId="3267967954" sldId="307"/>
            <ac:spMk id="8" creationId="{0B477434-8EDB-4A97-B13C-518D5E0602DF}"/>
          </ac:spMkLst>
        </pc:spChg>
        <pc:spChg chg="mod">
          <ac:chgData name="강희재" userId="5f137378-fb9e-4efa-89ca-3d5ddf85b964" providerId="ADAL" clId="{1B742BB5-93FD-4E06-9868-9D030C668FDE}" dt="2021-02-01T01:28:37.983" v="918" actId="6549"/>
          <ac:spMkLst>
            <pc:docMk/>
            <pc:sldMk cId="3267967954" sldId="307"/>
            <ac:spMk id="14" creationId="{523B1517-9F72-4EFA-AC15-C16BA373338C}"/>
          </ac:spMkLst>
        </pc:spChg>
        <pc:spChg chg="mod">
          <ac:chgData name="강희재" userId="5f137378-fb9e-4efa-89ca-3d5ddf85b964" providerId="ADAL" clId="{1B742BB5-93FD-4E06-9868-9D030C668FDE}" dt="2021-02-01T01:17:59.171" v="542" actId="1076"/>
          <ac:spMkLst>
            <pc:docMk/>
            <pc:sldMk cId="3267967954" sldId="307"/>
            <ac:spMk id="16" creationId="{FE27214D-73E8-45D3-8FC3-3400B87EC5F0}"/>
          </ac:spMkLst>
        </pc:spChg>
        <pc:spChg chg="del">
          <ac:chgData name="강희재" userId="5f137378-fb9e-4efa-89ca-3d5ddf85b964" providerId="ADAL" clId="{1B742BB5-93FD-4E06-9868-9D030C668FDE}" dt="2021-02-01T01:17:29.521" v="531" actId="478"/>
          <ac:spMkLst>
            <pc:docMk/>
            <pc:sldMk cId="3267967954" sldId="307"/>
            <ac:spMk id="17" creationId="{0B861322-B5F2-44DA-809B-525FE027E684}"/>
          </ac:spMkLst>
        </pc:spChg>
        <pc:spChg chg="mod">
          <ac:chgData name="강희재" userId="5f137378-fb9e-4efa-89ca-3d5ddf85b964" providerId="ADAL" clId="{1B742BB5-93FD-4E06-9868-9D030C668FDE}" dt="2021-02-01T01:26:15.782" v="722" actId="14100"/>
          <ac:spMkLst>
            <pc:docMk/>
            <pc:sldMk cId="3267967954" sldId="307"/>
            <ac:spMk id="21" creationId="{AB782E37-24C0-4FE5-B274-C014065F91A1}"/>
          </ac:spMkLst>
        </pc:spChg>
        <pc:spChg chg="add mod">
          <ac:chgData name="강희재" userId="5f137378-fb9e-4efa-89ca-3d5ddf85b964" providerId="ADAL" clId="{1B742BB5-93FD-4E06-9868-9D030C668FDE}" dt="2021-02-01T01:28:00.461" v="895"/>
          <ac:spMkLst>
            <pc:docMk/>
            <pc:sldMk cId="3267967954" sldId="307"/>
            <ac:spMk id="22" creationId="{DA9A3E1B-EDD8-450C-B796-A8F7A738E6C7}"/>
          </ac:spMkLst>
        </pc:spChg>
        <pc:spChg chg="add mod">
          <ac:chgData name="강희재" userId="5f137378-fb9e-4efa-89ca-3d5ddf85b964" providerId="ADAL" clId="{1B742BB5-93FD-4E06-9868-9D030C668FDE}" dt="2021-02-01T01:28:01.321" v="897"/>
          <ac:spMkLst>
            <pc:docMk/>
            <pc:sldMk cId="3267967954" sldId="307"/>
            <ac:spMk id="23" creationId="{4B491C74-9C5F-4414-A4D7-9C67ABAA4FD8}"/>
          </ac:spMkLst>
        </pc:spChg>
        <pc:spChg chg="mod">
          <ac:chgData name="강희재" userId="5f137378-fb9e-4efa-89ca-3d5ddf85b964" providerId="ADAL" clId="{1B742BB5-93FD-4E06-9868-9D030C668FDE}" dt="2021-02-01T01:25:52.809" v="718" actId="6549"/>
          <ac:spMkLst>
            <pc:docMk/>
            <pc:sldMk cId="3267967954" sldId="307"/>
            <ac:spMk id="29" creationId="{F09AF341-2E0D-44D2-95BA-CFA025910D9E}"/>
          </ac:spMkLst>
        </pc:spChg>
        <pc:spChg chg="mod">
          <ac:chgData name="강희재" userId="5f137378-fb9e-4efa-89ca-3d5ddf85b964" providerId="ADAL" clId="{1B742BB5-93FD-4E06-9868-9D030C668FDE}" dt="2021-02-01T01:18:03.881" v="544" actId="1076"/>
          <ac:spMkLst>
            <pc:docMk/>
            <pc:sldMk cId="3267967954" sldId="307"/>
            <ac:spMk id="30" creationId="{EE59E8C6-87A4-4DC8-9ACC-DB5794BB6CE8}"/>
          </ac:spMkLst>
        </pc:spChg>
        <pc:picChg chg="add mod ord">
          <ac:chgData name="강희재" userId="5f137378-fb9e-4efa-89ca-3d5ddf85b964" providerId="ADAL" clId="{1B742BB5-93FD-4E06-9868-9D030C668FDE}" dt="2021-02-01T01:31:48.468" v="919" actId="692"/>
          <ac:picMkLst>
            <pc:docMk/>
            <pc:sldMk cId="3267967954" sldId="307"/>
            <ac:picMk id="4" creationId="{4F41D838-52DD-4D06-B564-493B4BAA73B7}"/>
          </ac:picMkLst>
        </pc:picChg>
        <pc:picChg chg="add mod ord">
          <ac:chgData name="강희재" userId="5f137378-fb9e-4efa-89ca-3d5ddf85b964" providerId="ADAL" clId="{1B742BB5-93FD-4E06-9868-9D030C668FDE}" dt="2021-02-01T01:31:53.406" v="920" actId="108"/>
          <ac:picMkLst>
            <pc:docMk/>
            <pc:sldMk cId="3267967954" sldId="307"/>
            <ac:picMk id="6" creationId="{C6FE212D-23C8-48AE-8187-00BA87E239AC}"/>
          </ac:picMkLst>
        </pc:picChg>
        <pc:picChg chg="del">
          <ac:chgData name="강희재" userId="5f137378-fb9e-4efa-89ca-3d5ddf85b964" providerId="ADAL" clId="{1B742BB5-93FD-4E06-9868-9D030C668FDE}" dt="2021-02-01T01:17:44.636" v="536" actId="478"/>
          <ac:picMkLst>
            <pc:docMk/>
            <pc:sldMk cId="3267967954" sldId="307"/>
            <ac:picMk id="15" creationId="{401B2E6F-A791-4A6B-BADC-EA1D11BA0C07}"/>
          </ac:picMkLst>
        </pc:picChg>
        <pc:picChg chg="del">
          <ac:chgData name="강희재" userId="5f137378-fb9e-4efa-89ca-3d5ddf85b964" providerId="ADAL" clId="{1B742BB5-93FD-4E06-9868-9D030C668FDE}" dt="2021-02-01T01:25:08.427" v="553" actId="478"/>
          <ac:picMkLst>
            <pc:docMk/>
            <pc:sldMk cId="3267967954" sldId="307"/>
            <ac:picMk id="25" creationId="{A067F80C-7220-4ED2-8555-B23181C581CA}"/>
          </ac:picMkLst>
        </pc:picChg>
        <pc:cxnChg chg="add mod">
          <ac:chgData name="강희재" userId="5f137378-fb9e-4efa-89ca-3d5ddf85b964" providerId="ADAL" clId="{1B742BB5-93FD-4E06-9868-9D030C668FDE}" dt="2021-02-01T01:28:18.314" v="899" actId="692"/>
          <ac:cxnSpMkLst>
            <pc:docMk/>
            <pc:sldMk cId="3267967954" sldId="307"/>
            <ac:cxnSpMk id="10" creationId="{F5360C16-92C0-46D2-BB6C-B465F370DBB5}"/>
          </ac:cxnSpMkLst>
        </pc:cxnChg>
      </pc:sldChg>
      <pc:sldChg chg="addSp delSp modSp add mod ord">
        <pc:chgData name="강희재" userId="5f137378-fb9e-4efa-89ca-3d5ddf85b964" providerId="ADAL" clId="{1B742BB5-93FD-4E06-9868-9D030C668FDE}" dt="2021-02-01T01:37:08.090" v="1257"/>
        <pc:sldMkLst>
          <pc:docMk/>
          <pc:sldMk cId="1878539657" sldId="308"/>
        </pc:sldMkLst>
        <pc:spChg chg="mod">
          <ac:chgData name="강희재" userId="5f137378-fb9e-4efa-89ca-3d5ddf85b964" providerId="ADAL" clId="{1B742BB5-93FD-4E06-9868-9D030C668FDE}" dt="2021-02-01T01:36:18.639" v="1100" actId="404"/>
          <ac:spMkLst>
            <pc:docMk/>
            <pc:sldMk cId="1878539657" sldId="308"/>
            <ac:spMk id="14" creationId="{523B1517-9F72-4EFA-AC15-C16BA373338C}"/>
          </ac:spMkLst>
        </pc:spChg>
        <pc:spChg chg="add del mod">
          <ac:chgData name="강희재" userId="5f137378-fb9e-4efa-89ca-3d5ddf85b964" providerId="ADAL" clId="{1B742BB5-93FD-4E06-9868-9D030C668FDE}" dt="2021-02-01T01:35:31.776" v="938" actId="1076"/>
          <ac:spMkLst>
            <pc:docMk/>
            <pc:sldMk cId="1878539657" sldId="308"/>
            <ac:spMk id="17" creationId="{0B861322-B5F2-44DA-809B-525FE027E684}"/>
          </ac:spMkLst>
        </pc:spChg>
        <pc:spChg chg="mod">
          <ac:chgData name="강희재" userId="5f137378-fb9e-4efa-89ca-3d5ddf85b964" providerId="ADAL" clId="{1B742BB5-93FD-4E06-9868-9D030C668FDE}" dt="2021-02-01T01:36:49.476" v="1111" actId="14100"/>
          <ac:spMkLst>
            <pc:docMk/>
            <pc:sldMk cId="1878539657" sldId="308"/>
            <ac:spMk id="21" creationId="{AB782E37-24C0-4FE5-B274-C014065F91A1}"/>
          </ac:spMkLst>
        </pc:spChg>
        <pc:spChg chg="mod">
          <ac:chgData name="강희재" userId="5f137378-fb9e-4efa-89ca-3d5ddf85b964" providerId="ADAL" clId="{1B742BB5-93FD-4E06-9868-9D030C668FDE}" dt="2021-02-01T01:37:08.090" v="1257"/>
          <ac:spMkLst>
            <pc:docMk/>
            <pc:sldMk cId="1878539657" sldId="308"/>
            <ac:spMk id="29" creationId="{F09AF341-2E0D-44D2-95BA-CFA025910D9E}"/>
          </ac:spMkLst>
        </pc:spChg>
        <pc:picChg chg="add mod ord">
          <ac:chgData name="강희재" userId="5f137378-fb9e-4efa-89ca-3d5ddf85b964" providerId="ADAL" clId="{1B742BB5-93FD-4E06-9868-9D030C668FDE}" dt="2021-02-01T01:35:29.007" v="937" actId="1076"/>
          <ac:picMkLst>
            <pc:docMk/>
            <pc:sldMk cId="1878539657" sldId="308"/>
            <ac:picMk id="4" creationId="{B05460CC-E76E-47F4-9672-F20D87F978DF}"/>
          </ac:picMkLst>
        </pc:picChg>
        <pc:picChg chg="add mod ord">
          <ac:chgData name="강희재" userId="5f137378-fb9e-4efa-89ca-3d5ddf85b964" providerId="ADAL" clId="{1B742BB5-93FD-4E06-9868-9D030C668FDE}" dt="2021-02-01T01:36:40.972" v="1107" actId="108"/>
          <ac:picMkLst>
            <pc:docMk/>
            <pc:sldMk cId="1878539657" sldId="308"/>
            <ac:picMk id="6" creationId="{76EAF9E3-F894-4233-B707-695A60AC13A9}"/>
          </ac:picMkLst>
        </pc:picChg>
        <pc:picChg chg="del">
          <ac:chgData name="강희재" userId="5f137378-fb9e-4efa-89ca-3d5ddf85b964" providerId="ADAL" clId="{1B742BB5-93FD-4E06-9868-9D030C668FDE}" dt="2021-02-01T01:35:18.202" v="932" actId="478"/>
          <ac:picMkLst>
            <pc:docMk/>
            <pc:sldMk cId="1878539657" sldId="308"/>
            <ac:picMk id="15" creationId="{401B2E6F-A791-4A6B-BADC-EA1D11BA0C07}"/>
          </ac:picMkLst>
        </pc:picChg>
        <pc:picChg chg="del">
          <ac:chgData name="강희재" userId="5f137378-fb9e-4efa-89ca-3d5ddf85b964" providerId="ADAL" clId="{1B742BB5-93FD-4E06-9868-9D030C668FDE}" dt="2021-02-01T01:36:40.040" v="1106" actId="478"/>
          <ac:picMkLst>
            <pc:docMk/>
            <pc:sldMk cId="1878539657" sldId="308"/>
            <ac:picMk id="25" creationId="{A067F80C-7220-4ED2-8555-B23181C581CA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173797913" sldId="308"/>
        </pc:sldMkLst>
      </pc:sldChg>
      <pc:sldChg chg="addSp delSp modSp add mod">
        <pc:chgData name="강희재" userId="5f137378-fb9e-4efa-89ca-3d5ddf85b964" providerId="ADAL" clId="{1B742BB5-93FD-4E06-9868-9D030C668FDE}" dt="2021-02-01T01:39:41.336" v="1740" actId="403"/>
        <pc:sldMkLst>
          <pc:docMk/>
          <pc:sldMk cId="2365907134" sldId="309"/>
        </pc:sldMkLst>
        <pc:spChg chg="mod">
          <ac:chgData name="강희재" userId="5f137378-fb9e-4efa-89ca-3d5ddf85b964" providerId="ADAL" clId="{1B742BB5-93FD-4E06-9868-9D030C668FDE}" dt="2021-02-01T01:37:48.740" v="1371"/>
          <ac:spMkLst>
            <pc:docMk/>
            <pc:sldMk cId="2365907134" sldId="309"/>
            <ac:spMk id="14" creationId="{523B1517-9F72-4EFA-AC15-C16BA373338C}"/>
          </ac:spMkLst>
        </pc:spChg>
        <pc:spChg chg="mod">
          <ac:chgData name="강희재" userId="5f137378-fb9e-4efa-89ca-3d5ddf85b964" providerId="ADAL" clId="{1B742BB5-93FD-4E06-9868-9D030C668FDE}" dt="2021-02-01T01:37:35.288" v="1267" actId="14100"/>
          <ac:spMkLst>
            <pc:docMk/>
            <pc:sldMk cId="2365907134" sldId="309"/>
            <ac:spMk id="17" creationId="{0B861322-B5F2-44DA-809B-525FE027E684}"/>
          </ac:spMkLst>
        </pc:spChg>
        <pc:spChg chg="add mod">
          <ac:chgData name="강희재" userId="5f137378-fb9e-4efa-89ca-3d5ddf85b964" providerId="ADAL" clId="{1B742BB5-93FD-4E06-9868-9D030C668FDE}" dt="2021-02-01T01:38:29.907" v="1386" actId="1038"/>
          <ac:spMkLst>
            <pc:docMk/>
            <pc:sldMk cId="2365907134" sldId="309"/>
            <ac:spMk id="20" creationId="{B8DDE902-111D-4767-AD7A-55410EDE26DE}"/>
          </ac:spMkLst>
        </pc:spChg>
        <pc:spChg chg="mod">
          <ac:chgData name="강희재" userId="5f137378-fb9e-4efa-89ca-3d5ddf85b964" providerId="ADAL" clId="{1B742BB5-93FD-4E06-9868-9D030C668FDE}" dt="2021-02-01T01:38:22.492" v="1381" actId="14100"/>
          <ac:spMkLst>
            <pc:docMk/>
            <pc:sldMk cId="2365907134" sldId="309"/>
            <ac:spMk id="21" creationId="{AB782E37-24C0-4FE5-B274-C014065F91A1}"/>
          </ac:spMkLst>
        </pc:spChg>
        <pc:spChg chg="mod">
          <ac:chgData name="강희재" userId="5f137378-fb9e-4efa-89ca-3d5ddf85b964" providerId="ADAL" clId="{1B742BB5-93FD-4E06-9868-9D030C668FDE}" dt="2021-02-01T01:39:41.336" v="1740" actId="403"/>
          <ac:spMkLst>
            <pc:docMk/>
            <pc:sldMk cId="2365907134" sldId="309"/>
            <ac:spMk id="29" creationId="{F09AF341-2E0D-44D2-95BA-CFA025910D9E}"/>
          </ac:spMkLst>
        </pc:spChg>
        <pc:picChg chg="del">
          <ac:chgData name="강희재" userId="5f137378-fb9e-4efa-89ca-3d5ddf85b964" providerId="ADAL" clId="{1B742BB5-93FD-4E06-9868-9D030C668FDE}" dt="2021-02-01T01:37:30.047" v="1264" actId="478"/>
          <ac:picMkLst>
            <pc:docMk/>
            <pc:sldMk cId="2365907134" sldId="309"/>
            <ac:picMk id="4" creationId="{B05460CC-E76E-47F4-9672-F20D87F978DF}"/>
          </ac:picMkLst>
        </pc:picChg>
        <pc:picChg chg="add mod ord">
          <ac:chgData name="강희재" userId="5f137378-fb9e-4efa-89ca-3d5ddf85b964" providerId="ADAL" clId="{1B742BB5-93FD-4E06-9868-9D030C668FDE}" dt="2021-02-01T01:37:31.499" v="1265" actId="108"/>
          <ac:picMkLst>
            <pc:docMk/>
            <pc:sldMk cId="2365907134" sldId="309"/>
            <ac:picMk id="5" creationId="{571469B1-168F-4446-837F-55A74E2C5E0C}"/>
          </ac:picMkLst>
        </pc:picChg>
        <pc:picChg chg="del">
          <ac:chgData name="강희재" userId="5f137378-fb9e-4efa-89ca-3d5ddf85b964" providerId="ADAL" clId="{1B742BB5-93FD-4E06-9868-9D030C668FDE}" dt="2021-02-01T01:38:14.323" v="1378" actId="478"/>
          <ac:picMkLst>
            <pc:docMk/>
            <pc:sldMk cId="2365907134" sldId="309"/>
            <ac:picMk id="6" creationId="{76EAF9E3-F894-4233-B707-695A60AC13A9}"/>
          </ac:picMkLst>
        </pc:picChg>
        <pc:picChg chg="add mod ord">
          <ac:chgData name="강희재" userId="5f137378-fb9e-4efa-89ca-3d5ddf85b964" providerId="ADAL" clId="{1B742BB5-93FD-4E06-9868-9D030C668FDE}" dt="2021-02-01T01:38:15.851" v="1379" actId="108"/>
          <ac:picMkLst>
            <pc:docMk/>
            <pc:sldMk cId="2365907134" sldId="309"/>
            <ac:picMk id="9" creationId="{1EA4E325-09DD-425B-B869-173E4CC4B0EC}"/>
          </ac:picMkLst>
        </pc:picChg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264404509" sldId="30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860809876" sldId="31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851091505" sldId="31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40996964" sldId="31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606298577" sldId="31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992779368" sldId="31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528214504" sldId="31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479701411" sldId="31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001841106" sldId="31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215087216" sldId="31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762229118" sldId="32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522497966" sldId="32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882742" sldId="32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368263236" sldId="32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741592668" sldId="32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6095578" sldId="32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44151253" sldId="32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89687249" sldId="327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756358230" sldId="32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972804001" sldId="32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105260745" sldId="33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109853851" sldId="33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42391792" sldId="33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571928230" sldId="33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840633465" sldId="33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230983087" sldId="335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084610053" sldId="336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416167095" sldId="337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881046800" sldId="338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244509868" sldId="339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1151784237" sldId="340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2777832302" sldId="341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494865313" sldId="342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744418554" sldId="343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596852763" sldId="344"/>
        </pc:sldMkLst>
      </pc:sldChg>
      <pc:sldChg chg="add del">
        <pc:chgData name="강희재" userId="5f137378-fb9e-4efa-89ca-3d5ddf85b964" providerId="ADAL" clId="{1B742BB5-93FD-4E06-9868-9D030C668FDE}" dt="2021-02-01T01:12:35.546" v="191" actId="47"/>
        <pc:sldMkLst>
          <pc:docMk/>
          <pc:sldMk cId="3449655216" sldId="3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2021-04-23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w.penta.co.kr/gw/userMain.d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E6FC6"/>
                </a:solidFill>
              </a:rPr>
              <a:t>그룹웨어 </a:t>
            </a:r>
            <a:r>
              <a:rPr lang="ko-KR" altLang="en-US" sz="2400" b="1" dirty="0" err="1">
                <a:solidFill>
                  <a:srgbClr val="0E6FC6"/>
                </a:solidFill>
              </a:rPr>
              <a:t>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283282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 </a:t>
            </a:r>
            <a:r>
              <a:rPr lang="ko-KR" altLang="en-US" dirty="0" err="1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119" y="2957282"/>
            <a:ext cx="1773669" cy="20108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46" y="2884684"/>
            <a:ext cx="1588128" cy="34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637803" y="555496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25975" y="5511357"/>
            <a:ext cx="1126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그룹웨어 접속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4"/>
              </a:rPr>
              <a:t>https</a:t>
            </a:r>
            <a:r>
              <a:rPr lang="en-US" altLang="ko-KR" dirty="0">
                <a:hlinkClick r:id="rId4"/>
              </a:rPr>
              <a:t>://</a:t>
            </a:r>
            <a:r>
              <a:rPr lang="en-US" altLang="ko-KR" dirty="0" smtClean="0">
                <a:hlinkClick r:id="rId4"/>
              </a:rPr>
              <a:t>gw.penta.co.kr/gw/userMain.do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전자결제 클릭</a:t>
            </a:r>
            <a:endParaRPr lang="en-US" altLang="ko-KR" sz="70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637803" y="602696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19604" y="5971781"/>
            <a:ext cx="1126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직무에 따라서 지출결의서 선택</a:t>
            </a:r>
            <a:endParaRPr lang="en-US" altLang="ko-KR" sz="7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6275326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637803" y="830470"/>
            <a:ext cx="5349351" cy="4439772"/>
            <a:chOff x="0" y="0"/>
            <a:chExt cx="10601325" cy="6329280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0601325" cy="6329280"/>
            </a:xfrm>
            <a:prstGeom prst="rect">
              <a:avLst/>
            </a:prstGeom>
          </p:spPr>
        </p:pic>
        <p:sp>
          <p:nvSpPr>
            <p:cNvPr id="19" name="직사각형 18"/>
            <p:cNvSpPr/>
            <p:nvPr/>
          </p:nvSpPr>
          <p:spPr>
            <a:xfrm>
              <a:off x="1419225" y="685799"/>
              <a:ext cx="923925" cy="8667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28775" y="1485900"/>
              <a:ext cx="3248025" cy="4572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200" b="1">
                  <a:solidFill>
                    <a:srgbClr val="FF0000"/>
                  </a:solidFill>
                </a:rPr>
                <a:t>클릭</a:t>
              </a:r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6"/>
          <a:srcRect l="2601" t="526" r="52390" b="35010"/>
          <a:stretch/>
        </p:blipFill>
        <p:spPr>
          <a:xfrm>
            <a:off x="6552617" y="830470"/>
            <a:ext cx="5337591" cy="4341894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9535222" y="2909455"/>
            <a:ext cx="1659252" cy="22629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4" name="직사각형 23"/>
          <p:cNvSpPr/>
          <p:nvPr/>
        </p:nvSpPr>
        <p:spPr>
          <a:xfrm>
            <a:off x="6606374" y="1881045"/>
            <a:ext cx="533335" cy="2257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6" name="직사각형 25"/>
          <p:cNvSpPr/>
          <p:nvPr/>
        </p:nvSpPr>
        <p:spPr>
          <a:xfrm>
            <a:off x="6686550" y="2276255"/>
            <a:ext cx="453159" cy="2360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7" name="직사각형 26"/>
          <p:cNvSpPr/>
          <p:nvPr/>
        </p:nvSpPr>
        <p:spPr>
          <a:xfrm>
            <a:off x="8040312" y="2900577"/>
            <a:ext cx="643114" cy="2397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15252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FE27214D-73E8-45D3-8FC3-3400B87EC5F0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94" y="852450"/>
            <a:ext cx="8258179" cy="567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6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9" y="722968"/>
            <a:ext cx="8200866" cy="5963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80600" y="722968"/>
            <a:ext cx="2691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항목개수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전체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선택 필수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881" y="40273"/>
            <a:ext cx="4372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작성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3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691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항목개수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전체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선택 필수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25" y="722968"/>
            <a:ext cx="7977798" cy="5820961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912747" y="1752384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146114" y="1720283"/>
            <a:ext cx="29192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증빙유형의</a:t>
            </a:r>
            <a:r>
              <a:rPr lang="ko-KR" altLang="en-US" sz="1500" dirty="0" smtClean="0">
                <a:solidFill>
                  <a:srgbClr val="FF0000"/>
                </a:solidFill>
              </a:rPr>
              <a:t> 과세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500" dirty="0" smtClean="0">
                <a:solidFill>
                  <a:srgbClr val="FF0000"/>
                </a:solidFill>
              </a:rPr>
              <a:t>비과세 여부는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슬라이드 </a:t>
            </a:r>
            <a:r>
              <a:rPr lang="en-US" altLang="ko-KR" sz="1500" dirty="0" smtClean="0">
                <a:solidFill>
                  <a:srgbClr val="FF0000"/>
                </a:solidFill>
              </a:rPr>
              <a:t>6</a:t>
            </a:r>
            <a:r>
              <a:rPr lang="ko-KR" altLang="en-US" sz="1500" dirty="0" smtClean="0">
                <a:solidFill>
                  <a:srgbClr val="FF0000"/>
                </a:solidFill>
              </a:rPr>
              <a:t>번</a:t>
            </a:r>
            <a:r>
              <a:rPr lang="en-US" altLang="ko-KR" sz="1500" dirty="0" smtClean="0">
                <a:solidFill>
                  <a:srgbClr val="FF0000"/>
                </a:solidFill>
              </a:rPr>
              <a:t>(</a:t>
            </a:r>
            <a:r>
              <a:rPr lang="ko-KR" altLang="en-US" sz="1500" dirty="0" smtClean="0">
                <a:solidFill>
                  <a:srgbClr val="FF0000"/>
                </a:solidFill>
              </a:rPr>
              <a:t>기술직</a:t>
            </a:r>
            <a:r>
              <a:rPr lang="en-US" altLang="ko-KR" sz="1500" dirty="0" smtClean="0">
                <a:solidFill>
                  <a:srgbClr val="FF0000"/>
                </a:solidFill>
              </a:rPr>
              <a:t>)</a:t>
            </a:r>
            <a:r>
              <a:rPr lang="ko-KR" altLang="en-US" sz="1500" dirty="0" smtClean="0">
                <a:solidFill>
                  <a:srgbClr val="FF0000"/>
                </a:solidFill>
              </a:rPr>
              <a:t>과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슬라이드 </a:t>
            </a:r>
            <a:r>
              <a:rPr lang="en-US" altLang="ko-KR" sz="1500" dirty="0" smtClean="0">
                <a:solidFill>
                  <a:srgbClr val="FF0000"/>
                </a:solidFill>
              </a:rPr>
              <a:t>7</a:t>
            </a:r>
            <a:r>
              <a:rPr lang="ko-KR" altLang="en-US" sz="1500" dirty="0" smtClean="0">
                <a:solidFill>
                  <a:srgbClr val="FF0000"/>
                </a:solidFill>
              </a:rPr>
              <a:t>번</a:t>
            </a:r>
            <a:r>
              <a:rPr lang="en-US" altLang="ko-KR" sz="1500" dirty="0" smtClean="0">
                <a:solidFill>
                  <a:srgbClr val="FF0000"/>
                </a:solidFill>
              </a:rPr>
              <a:t>(</a:t>
            </a:r>
            <a:r>
              <a:rPr lang="ko-KR" altLang="en-US" sz="1500" dirty="0" smtClean="0">
                <a:solidFill>
                  <a:srgbClr val="FF0000"/>
                </a:solidFill>
              </a:rPr>
              <a:t>영업직</a:t>
            </a:r>
            <a:r>
              <a:rPr lang="en-US" altLang="ko-KR" sz="1500" dirty="0" smtClean="0">
                <a:solidFill>
                  <a:srgbClr val="FF0000"/>
                </a:solidFill>
              </a:rPr>
              <a:t>)</a:t>
            </a:r>
            <a:r>
              <a:rPr lang="ko-KR" altLang="en-US" sz="1500" dirty="0" smtClean="0">
                <a:solidFill>
                  <a:srgbClr val="FF0000"/>
                </a:solidFill>
              </a:rPr>
              <a:t>을 참조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71711" y="2858489"/>
            <a:ext cx="27916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승인금액에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ko-KR" altLang="en-US" sz="1500" b="1" dirty="0" smtClean="0">
                <a:solidFill>
                  <a:srgbClr val="FF0000"/>
                </a:solidFill>
              </a:rPr>
              <a:t>부가세가 </a:t>
            </a:r>
            <a:r>
              <a:rPr lang="en-US" altLang="ko-KR" sz="1500" b="1" dirty="0" smtClean="0">
                <a:solidFill>
                  <a:srgbClr val="FF0000"/>
                </a:solidFill>
              </a:rPr>
              <a:t>‘0’</a:t>
            </a:r>
            <a:r>
              <a:rPr lang="ko-KR" altLang="en-US" sz="1500" b="1" dirty="0" smtClean="0">
                <a:solidFill>
                  <a:srgbClr val="FF0000"/>
                </a:solidFill>
              </a:rPr>
              <a:t>원이면 무조건 법인카드</a:t>
            </a:r>
            <a:r>
              <a:rPr lang="en-US" altLang="ko-KR" sz="15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500" b="1" dirty="0" smtClean="0">
                <a:solidFill>
                  <a:srgbClr val="FF0000"/>
                </a:solidFill>
              </a:rPr>
              <a:t>비과세</a:t>
            </a:r>
            <a:r>
              <a:rPr lang="en-US" altLang="ko-KR" sz="15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500" dirty="0" smtClean="0">
                <a:solidFill>
                  <a:srgbClr val="FF0000"/>
                </a:solidFill>
              </a:rPr>
              <a:t>선택</a:t>
            </a:r>
            <a:endParaRPr lang="ko-KR" altLang="en-US" sz="1500" dirty="0" smtClean="0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288347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 smtClean="0"/>
              <a:t>3</a:t>
            </a:r>
            <a:endParaRPr lang="ko-KR" altLang="en-US" sz="16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9180600" y="4040595"/>
            <a:ext cx="27827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마트</a:t>
            </a:r>
            <a:r>
              <a:rPr lang="en-US" altLang="ko-KR" sz="1500" dirty="0" smtClean="0">
                <a:solidFill>
                  <a:srgbClr val="FF0000"/>
                </a:solidFill>
              </a:rPr>
              <a:t>, </a:t>
            </a:r>
            <a:r>
              <a:rPr lang="ko-KR" altLang="en-US" sz="1500" dirty="0" smtClean="0">
                <a:solidFill>
                  <a:srgbClr val="FF0000"/>
                </a:solidFill>
              </a:rPr>
              <a:t>편의점 등 다종 물품 판매업은 비과세 처리</a:t>
            </a:r>
            <a:endParaRPr lang="ko-KR" altLang="en-US" sz="1500" dirty="0" smtClean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408014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 smtClean="0"/>
              <a:t>4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92180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7034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표준적요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및 </a:t>
            </a:r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증빙유형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구분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기술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법인카드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072133"/>
              </p:ext>
            </p:extLst>
          </p:nvPr>
        </p:nvGraphicFramePr>
        <p:xfrm>
          <a:off x="187775" y="900669"/>
          <a:ext cx="11847207" cy="5874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516">
                  <a:extLst>
                    <a:ext uri="{9D8B030D-6E8A-4147-A177-3AD203B41FA5}">
                      <a16:colId xmlns:a16="http://schemas.microsoft.com/office/drawing/2014/main" val="4250875780"/>
                    </a:ext>
                  </a:extLst>
                </a:gridCol>
                <a:gridCol w="3805381">
                  <a:extLst>
                    <a:ext uri="{9D8B030D-6E8A-4147-A177-3AD203B41FA5}">
                      <a16:colId xmlns:a16="http://schemas.microsoft.com/office/drawing/2014/main" val="3948587026"/>
                    </a:ext>
                  </a:extLst>
                </a:gridCol>
                <a:gridCol w="5273964">
                  <a:extLst>
                    <a:ext uri="{9D8B030D-6E8A-4147-A177-3AD203B41FA5}">
                      <a16:colId xmlns:a16="http://schemas.microsoft.com/office/drawing/2014/main" val="2238668844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2356985628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적요코드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표준적요명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내용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증빙유형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/</a:t>
                      </a:r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7976584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음료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외근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/</a:t>
                      </a: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야근시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직원식대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및 음료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476568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팀회식</a:t>
                      </a:r>
                      <a:endParaRPr lang="ko-KR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15747"/>
                  </a:ext>
                </a:extLst>
              </a:tr>
              <a:tr h="4937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교통비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지방출장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숙박비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외근교통비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버스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지하철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택시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렌터카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(e.g.</a:t>
                      </a:r>
                      <a:r>
                        <a:rPr lang="en-US" altLang="ko-KR" sz="1300" b="1" baseline="0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300" b="1" baseline="0" dirty="0" err="1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쏘카</a:t>
                      </a:r>
                      <a:r>
                        <a:rPr lang="en-US" altLang="ko-KR" sz="1300" b="1" baseline="0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baseline="0" dirty="0" err="1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그린카</a:t>
                      </a:r>
                      <a:r>
                        <a:rPr lang="ko-KR" altLang="en-US" sz="1300" b="1" baseline="0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등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))</a:t>
                      </a:r>
                    </a:p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지방출장 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교통비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300" b="1" dirty="0" err="1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유류대</a:t>
                      </a:r>
                      <a:r>
                        <a:rPr lang="en-US" altLang="ko-KR" sz="1300" b="1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식대만 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363195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해외출장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항공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해외출장시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항공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824474"/>
                  </a:ext>
                </a:extLst>
              </a:tr>
              <a:tr h="33904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워크샵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 외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팀 </a:t>
                      </a: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워크샵시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숙박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교통비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잡비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식대만 과세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795997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거래처접대비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523603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우체국 우편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등기 발송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35391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주차비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대리운전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10011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유류대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316383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문서출력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및 제본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복사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중간보고서 인쇄 등</a:t>
                      </a:r>
                      <a:endParaRPr lang="en-US" altLang="ko-KR" sz="1300" b="1" dirty="0" smtClean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988783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전산소모품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사무용품 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30574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수수료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경력증명서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서비스이용수수료 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한국소프트웨어산업협회 등 증명서 출력 및 발급 수수료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65440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도서구입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7507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택배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퀵서비스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627708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5027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세미나참가비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57141"/>
                  </a:ext>
                </a:extLst>
              </a:tr>
              <a:tr h="33810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100000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기타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표준적요가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없는 경우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u="sng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적합한 </a:t>
                      </a:r>
                      <a:r>
                        <a:rPr lang="ko-KR" altLang="en-US" sz="1300" b="1" u="sng" dirty="0" err="1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표준적요가</a:t>
                      </a:r>
                      <a:r>
                        <a:rPr lang="ko-KR" altLang="en-US" sz="1300" b="1" u="sng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없을 경우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에만 사용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572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3759" y="623674"/>
            <a:ext cx="7825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※ </a:t>
            </a:r>
            <a:r>
              <a:rPr lang="ko-KR" altLang="en-US" sz="1200" dirty="0" smtClean="0"/>
              <a:t>법인카드 </a:t>
            </a:r>
            <a:r>
              <a:rPr lang="ko-KR" altLang="en-US" sz="1200" dirty="0" err="1" smtClean="0"/>
              <a:t>결재금액에</a:t>
            </a:r>
            <a:r>
              <a:rPr lang="ko-KR" altLang="en-US" sz="1200" dirty="0" smtClean="0"/>
              <a:t> 부가세가 없는 항목은 모두 </a:t>
            </a:r>
            <a:r>
              <a:rPr lang="en-US" altLang="ko-KR" sz="1200" dirty="0" smtClean="0">
                <a:solidFill>
                  <a:srgbClr val="FF0000"/>
                </a:solidFill>
              </a:rPr>
              <a:t>‘</a:t>
            </a:r>
            <a:r>
              <a:rPr lang="ko-KR" altLang="en-US" sz="1200" dirty="0" smtClean="0">
                <a:solidFill>
                  <a:srgbClr val="FF0000"/>
                </a:solidFill>
              </a:rPr>
              <a:t>법인카드</a:t>
            </a:r>
            <a:r>
              <a:rPr lang="en-US" altLang="ko-KR" sz="1200" dirty="0" smtClean="0">
                <a:solidFill>
                  <a:srgbClr val="FF0000"/>
                </a:solidFill>
              </a:rPr>
              <a:t>_</a:t>
            </a:r>
            <a:r>
              <a:rPr lang="ko-KR" altLang="en-US" sz="1200" dirty="0" smtClean="0">
                <a:solidFill>
                  <a:srgbClr val="FF0000"/>
                </a:solidFill>
              </a:rPr>
              <a:t>비과세</a:t>
            </a:r>
            <a:r>
              <a:rPr lang="en-US" altLang="ko-KR" sz="1200" dirty="0" smtClean="0">
                <a:solidFill>
                  <a:srgbClr val="FF0000"/>
                </a:solidFill>
              </a:rPr>
              <a:t>’</a:t>
            </a:r>
            <a:r>
              <a:rPr lang="ko-KR" altLang="en-US" sz="1200" dirty="0" smtClean="0"/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207231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4648" y="40273"/>
            <a:ext cx="7034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표준적요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및 </a:t>
            </a:r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증빙유형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구분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영업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법인카드</a:t>
            </a:r>
            <a:r>
              <a:rPr lang="en-US" altLang="ko-KR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graphicFrame>
        <p:nvGraphicFramePr>
          <p:cNvPr id="10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4050866"/>
              </p:ext>
            </p:extLst>
          </p:nvPr>
        </p:nvGraphicFramePr>
        <p:xfrm>
          <a:off x="178539" y="890642"/>
          <a:ext cx="11847207" cy="587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570">
                  <a:extLst>
                    <a:ext uri="{9D8B030D-6E8A-4147-A177-3AD203B41FA5}">
                      <a16:colId xmlns:a16="http://schemas.microsoft.com/office/drawing/2014/main" val="4250875780"/>
                    </a:ext>
                  </a:extLst>
                </a:gridCol>
                <a:gridCol w="3842327">
                  <a:extLst>
                    <a:ext uri="{9D8B030D-6E8A-4147-A177-3AD203B41FA5}">
                      <a16:colId xmlns:a16="http://schemas.microsoft.com/office/drawing/2014/main" val="3948587026"/>
                    </a:ext>
                  </a:extLst>
                </a:gridCol>
                <a:gridCol w="5273964">
                  <a:extLst>
                    <a:ext uri="{9D8B030D-6E8A-4147-A177-3AD203B41FA5}">
                      <a16:colId xmlns:a16="http://schemas.microsoft.com/office/drawing/2014/main" val="2238668844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2356985628"/>
                    </a:ext>
                  </a:extLst>
                </a:gridCol>
              </a:tblGrid>
              <a:tr h="297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적요코드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표준적요명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내용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증빙유형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/</a:t>
                      </a:r>
                      <a:r>
                        <a:rPr lang="ko-KR" altLang="en-US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r>
                        <a:rPr lang="en-US" altLang="ko-KR" sz="1200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7976584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음료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err="1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직원식대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및 음료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476568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팀회식</a:t>
                      </a:r>
                      <a:endParaRPr lang="ko-KR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15747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영업활동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고객사와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식사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음료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1" dirty="0" smtClean="0">
                        <a:solidFill>
                          <a:srgbClr val="FF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363195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교통비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택시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철도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고속버스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항공료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 smtClean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824474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하이패스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충전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795997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지방출장 숙박비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523603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해외출장 항공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35391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워크샵 숙박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 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팀 </a:t>
                      </a:r>
                      <a:r>
                        <a:rPr lang="ko-KR" altLang="en-US" sz="1300" b="1" kern="1200" dirty="0" err="1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워크샵시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숙박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교통비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잡비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숙박</a:t>
                      </a:r>
                      <a:r>
                        <a:rPr lang="en-US" altLang="ko-KR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식대만 과세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10011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거래처 접대비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고객과의 음주가무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고액의 식대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골프</a:t>
                      </a:r>
                      <a:r>
                        <a:rPr lang="en-US" altLang="ko-KR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300" b="1" kern="1200" dirty="0" smtClean="0">
                          <a:solidFill>
                            <a:schemeClr val="dk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선물 구입비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316383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우체국 우편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등기 발송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1" dirty="0" smtClean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988783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주차비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대리운전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30574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차량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유류대</a:t>
                      </a:r>
                      <a:endParaRPr lang="ko-KR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65440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도서구입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7507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문서출력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및 제본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627708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전산소모품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 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사무용품 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과세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177722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택배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퀵서비스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062324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세미나참가비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652614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marL="0" algn="ctr" defTabSz="914354" rtl="0" eaLnBrk="1" fontAlgn="b" latinLnBrk="1" hangingPunct="1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8026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법인카드사용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수수료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제증명발급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서비스이용수수료 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한국소프트웨어산업협회 등 증명서 출력 및 발급 수수료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57141"/>
                  </a:ext>
                </a:extLst>
              </a:tr>
              <a:tr h="29363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100000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54" rtl="0" eaLnBrk="1" fontAlgn="b" latinLnBrk="1" hangingPunct="1"/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기타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_</a:t>
                      </a:r>
                      <a:r>
                        <a:rPr lang="ko-KR" alt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표준적요가</a:t>
                      </a:r>
                      <a:r>
                        <a:rPr lang="ko-KR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없는 경우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u="sng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적합한 </a:t>
                      </a:r>
                      <a:r>
                        <a:rPr lang="ko-KR" altLang="en-US" sz="1300" b="1" u="sng" dirty="0" err="1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표준적요가</a:t>
                      </a:r>
                      <a:r>
                        <a:rPr lang="ko-KR" altLang="en-US" sz="1300" b="1" u="sng" dirty="0" smtClean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없을 경우</a:t>
                      </a:r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에만 사용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비과세</a:t>
                      </a:r>
                      <a:endParaRPr lang="ko-KR" altLang="en-US" sz="1300" b="1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572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884" y="623674"/>
            <a:ext cx="7825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※ </a:t>
            </a:r>
            <a:r>
              <a:rPr lang="ko-KR" altLang="en-US" sz="1200" dirty="0" smtClean="0"/>
              <a:t>법인카드 </a:t>
            </a:r>
            <a:r>
              <a:rPr lang="ko-KR" altLang="en-US" sz="1200" dirty="0" err="1" smtClean="0"/>
              <a:t>결재금액에</a:t>
            </a:r>
            <a:r>
              <a:rPr lang="ko-KR" altLang="en-US" sz="1200" dirty="0" smtClean="0"/>
              <a:t> 부가세가 없는 항목은 모두 </a:t>
            </a:r>
            <a:r>
              <a:rPr lang="en-US" altLang="ko-KR" sz="1200" dirty="0" smtClean="0">
                <a:solidFill>
                  <a:srgbClr val="FF0000"/>
                </a:solidFill>
              </a:rPr>
              <a:t>‘</a:t>
            </a:r>
            <a:r>
              <a:rPr lang="ko-KR" altLang="en-US" sz="1200" dirty="0" smtClean="0">
                <a:solidFill>
                  <a:srgbClr val="FF0000"/>
                </a:solidFill>
              </a:rPr>
              <a:t>법인카드</a:t>
            </a:r>
            <a:r>
              <a:rPr lang="en-US" altLang="ko-KR" sz="1200" dirty="0" smtClean="0">
                <a:solidFill>
                  <a:srgbClr val="FF0000"/>
                </a:solidFill>
              </a:rPr>
              <a:t>_</a:t>
            </a:r>
            <a:r>
              <a:rPr lang="ko-KR" altLang="en-US" sz="1200" dirty="0" smtClean="0">
                <a:solidFill>
                  <a:srgbClr val="FF0000"/>
                </a:solidFill>
              </a:rPr>
              <a:t>비과세</a:t>
            </a:r>
            <a:r>
              <a:rPr lang="en-US" altLang="ko-KR" sz="1200" dirty="0" smtClean="0">
                <a:solidFill>
                  <a:srgbClr val="FF0000"/>
                </a:solidFill>
              </a:rPr>
              <a:t>’</a:t>
            </a:r>
            <a:r>
              <a:rPr lang="ko-KR" altLang="en-US" sz="1200" dirty="0" smtClean="0"/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6458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9479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272039" y="2815457"/>
            <a:ext cx="269128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저장버튼을 누르지 않을 경우 오류 발생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반드시 저장 눌러야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할것</a:t>
            </a:r>
            <a:r>
              <a:rPr lang="en-US" altLang="ko-KR" sz="1500" dirty="0" smtClean="0">
                <a:solidFill>
                  <a:srgbClr val="FF0000"/>
                </a:solidFill>
              </a:rPr>
              <a:t>!!</a:t>
            </a:r>
            <a:endParaRPr lang="ko-KR" altLang="en-US" sz="1500" dirty="0" smtClean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25" y="741003"/>
            <a:ext cx="7602300" cy="59146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72039" y="4062111"/>
            <a:ext cx="26912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과세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500" dirty="0" smtClean="0">
                <a:solidFill>
                  <a:srgbClr val="FF0000"/>
                </a:solidFill>
              </a:rPr>
              <a:t>비과세 여부는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슬라이드 </a:t>
            </a:r>
            <a:r>
              <a:rPr lang="en-US" altLang="ko-KR" sz="1500" dirty="0" smtClean="0">
                <a:solidFill>
                  <a:srgbClr val="FF0000"/>
                </a:solidFill>
              </a:rPr>
              <a:t>6</a:t>
            </a:r>
            <a:r>
              <a:rPr lang="ko-KR" altLang="en-US" sz="1500" dirty="0" smtClean="0">
                <a:solidFill>
                  <a:srgbClr val="FF0000"/>
                </a:solidFill>
              </a:rPr>
              <a:t>번과 </a:t>
            </a:r>
            <a:r>
              <a:rPr lang="en-US" altLang="ko-KR" sz="1500" dirty="0" smtClean="0">
                <a:solidFill>
                  <a:srgbClr val="FF0000"/>
                </a:solidFill>
              </a:rPr>
              <a:t>7</a:t>
            </a:r>
            <a:r>
              <a:rPr lang="ko-KR" altLang="en-US" sz="1500" dirty="0" smtClean="0">
                <a:solidFill>
                  <a:srgbClr val="FF0000"/>
                </a:solidFill>
              </a:rPr>
              <a:t>번을 참조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286195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 smtClean="0"/>
              <a:t>3</a:t>
            </a:r>
            <a:endParaRPr lang="ko-KR" altLang="en-US" sz="16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413393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 smtClean="0"/>
              <a:t>4</a:t>
            </a:r>
            <a:endParaRPr lang="ko-KR" altLang="en-US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9272039" y="741342"/>
            <a:ext cx="2691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항목개수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전체</a:t>
            </a:r>
            <a:r>
              <a:rPr lang="en-US" altLang="ko-KR" sz="1500" dirty="0" smtClean="0">
                <a:solidFill>
                  <a:srgbClr val="FF0000"/>
                </a:solidFill>
              </a:rPr>
              <a:t>“ </a:t>
            </a:r>
            <a:r>
              <a:rPr lang="ko-KR" altLang="en-US" sz="1500" dirty="0" smtClean="0">
                <a:solidFill>
                  <a:srgbClr val="FF0000"/>
                </a:solidFill>
              </a:rPr>
              <a:t>선택 필수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597" y="1971733"/>
            <a:ext cx="1107099" cy="277691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 flipH="1" flipV="1">
            <a:off x="4461596" y="1978529"/>
            <a:ext cx="1107099" cy="2708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160397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 smtClean="0"/>
              <a:t>2</a:t>
            </a:r>
            <a:endParaRPr lang="ko-KR" altLang="en-US" sz="16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272039" y="1528330"/>
            <a:ext cx="26912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동일한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항목끼리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선택후</a:t>
            </a:r>
            <a:r>
              <a:rPr lang="ko-KR" altLang="en-US" sz="1500" dirty="0" smtClean="0">
                <a:solidFill>
                  <a:srgbClr val="FF0000"/>
                </a:solidFill>
              </a:rPr>
              <a:t>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err="1" smtClean="0">
                <a:solidFill>
                  <a:srgbClr val="FF0000"/>
                </a:solidFill>
              </a:rPr>
              <a:t>표준적요</a:t>
            </a:r>
            <a:r>
              <a:rPr lang="ko-KR" altLang="en-US" sz="1500" dirty="0" smtClean="0">
                <a:solidFill>
                  <a:srgbClr val="FF0000"/>
                </a:solidFill>
              </a:rPr>
              <a:t> 및 </a:t>
            </a:r>
            <a:r>
              <a:rPr lang="ko-KR" altLang="en-US" sz="1500" dirty="0" err="1" smtClean="0">
                <a:solidFill>
                  <a:srgbClr val="FF0000"/>
                </a:solidFill>
              </a:rPr>
              <a:t>증빙유형</a:t>
            </a:r>
            <a:r>
              <a:rPr lang="ko-KR" altLang="en-US" sz="1500" dirty="0" smtClean="0">
                <a:solidFill>
                  <a:srgbClr val="FF0000"/>
                </a:solidFill>
              </a:rPr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151752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171711" y="741003"/>
            <a:ext cx="26912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과세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500" dirty="0" smtClean="0">
                <a:solidFill>
                  <a:srgbClr val="FF0000"/>
                </a:solidFill>
              </a:rPr>
              <a:t>비과세 여부는 </a:t>
            </a:r>
            <a:endParaRPr lang="en-US" altLang="ko-KR" sz="1500" dirty="0" smtClean="0">
              <a:solidFill>
                <a:srgbClr val="FF0000"/>
              </a:solidFill>
            </a:endParaRPr>
          </a:p>
          <a:p>
            <a:pPr algn="l"/>
            <a:r>
              <a:rPr lang="ko-KR" altLang="en-US" sz="1500" dirty="0" smtClean="0">
                <a:solidFill>
                  <a:srgbClr val="FF0000"/>
                </a:solidFill>
              </a:rPr>
              <a:t>슬라이드 </a:t>
            </a:r>
            <a:r>
              <a:rPr lang="en-US" altLang="ko-KR" sz="1500" dirty="0" smtClean="0">
                <a:solidFill>
                  <a:srgbClr val="FF0000"/>
                </a:solidFill>
              </a:rPr>
              <a:t>6</a:t>
            </a:r>
            <a:r>
              <a:rPr lang="ko-KR" altLang="en-US" sz="1500" dirty="0" smtClean="0">
                <a:solidFill>
                  <a:srgbClr val="FF0000"/>
                </a:solidFill>
              </a:rPr>
              <a:t>번과 </a:t>
            </a:r>
            <a:r>
              <a:rPr lang="en-US" altLang="ko-KR" sz="1500" dirty="0" smtClean="0">
                <a:solidFill>
                  <a:srgbClr val="FF0000"/>
                </a:solidFill>
              </a:rPr>
              <a:t>7</a:t>
            </a:r>
            <a:r>
              <a:rPr lang="ko-KR" altLang="en-US" sz="1500" dirty="0" smtClean="0">
                <a:solidFill>
                  <a:srgbClr val="FF0000"/>
                </a:solidFill>
              </a:rPr>
              <a:t>번을 참조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월경비</a:t>
            </a:r>
            <a:r>
              <a:rPr lang="ko-KR" altLang="en-US" sz="280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지출결의서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25" y="722968"/>
            <a:ext cx="7318670" cy="57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3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919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결제 라인 설정 필요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기술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작성자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팀장</a:t>
            </a:r>
            <a:endParaRPr lang="en-US" altLang="ko-KR" sz="1400" dirty="0" smtClean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영업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</a:rPr>
              <a:t>작성자 </a:t>
            </a:r>
            <a:r>
              <a:rPr lang="en-US" altLang="ko-KR" sz="1400" dirty="0">
                <a:solidFill>
                  <a:srgbClr val="FF0000"/>
                </a:solidFill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</a:rPr>
              <a:t>팀장 </a:t>
            </a:r>
            <a:r>
              <a:rPr lang="en-US" altLang="ko-KR" sz="1400" dirty="0" smtClean="0">
                <a:solidFill>
                  <a:srgbClr val="FF0000"/>
                </a:solidFill>
              </a:rPr>
              <a:t>– </a:t>
            </a:r>
            <a:r>
              <a:rPr lang="ko-KR" altLang="en-US" sz="1400" dirty="0" smtClean="0">
                <a:solidFill>
                  <a:srgbClr val="FF0000"/>
                </a:solidFill>
              </a:rPr>
              <a:t>본부장</a:t>
            </a:r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32" y="722968"/>
            <a:ext cx="7412685" cy="57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898890" y="74100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0600" y="722968"/>
            <a:ext cx="2919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합의 재경부 </a:t>
            </a:r>
            <a:r>
              <a:rPr lang="ko-KR" altLang="en-US" sz="1400" dirty="0" smtClean="0">
                <a:solidFill>
                  <a:srgbClr val="0E6FC6"/>
                </a:solidFill>
                <a:latin typeface="맑은 고딕" panose="020F0502020204030204"/>
                <a:ea typeface="맑은 고딕" panose="020B0503020000020004" pitchFamily="50" charset="-127"/>
              </a:rPr>
              <a:t>이지은 필수 선택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  </a:t>
            </a:r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rgbClr val="0E6FC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21" y="722969"/>
            <a:ext cx="7330870" cy="59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3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212" y="276842"/>
            <a:ext cx="1773669" cy="201089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325" y="204879"/>
            <a:ext cx="1588128" cy="346283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772212"/>
            <a:ext cx="24245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416315" y="7229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2845" y="722968"/>
            <a:ext cx="2919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경비 제목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N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월 경비 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– OOO(</a:t>
            </a:r>
            <a:r>
              <a:rPr lang="ko-KR" altLang="en-US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이름</a:t>
            </a:r>
            <a:r>
              <a:rPr lang="en-US" altLang="ko-KR" sz="14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e.g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) 4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월 경비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6FC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이지은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" y="40273"/>
            <a:ext cx="4028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월경비</a:t>
            </a:r>
            <a:r>
              <a:rPr kumimoji="0" lang="ko-KR" altLang="en-US" sz="2800" b="0" i="0" u="none" strike="noStrike" kern="1200" cap="none" spc="0" normalizeH="0" baseline="0" noProof="0" dirty="0" smtClean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지출결의서 </a:t>
            </a:r>
            <a:r>
              <a:rPr kumimoji="0" lang="ko-KR" altLang="en-US" sz="2800" b="0" i="0" u="none" strike="noStrike" kern="1200" cap="none" spc="0" normalizeH="0" baseline="0" noProof="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D8BD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07" y="745288"/>
            <a:ext cx="6639816" cy="58125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5088" y="3166400"/>
            <a:ext cx="4220444" cy="23938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088" y="5277068"/>
            <a:ext cx="4318694" cy="1280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9838" y="1908640"/>
            <a:ext cx="306767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200" dirty="0">
                <a:solidFill>
                  <a:srgbClr val="FF0000"/>
                </a:solidFill>
              </a:rPr>
              <a:t>▶ </a:t>
            </a:r>
            <a:r>
              <a:rPr lang="ko-KR" altLang="en-US" sz="1200" dirty="0" smtClean="0">
                <a:solidFill>
                  <a:srgbClr val="FF0000"/>
                </a:solidFill>
              </a:rPr>
              <a:t>유류사용명세서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lvl="0"/>
            <a:r>
              <a:rPr lang="ko-KR" altLang="en-US" sz="1200" dirty="0">
                <a:solidFill>
                  <a:srgbClr val="FF0000"/>
                </a:solidFill>
              </a:rPr>
              <a:t>법인카드로 업무상 필요한 금액만 </a:t>
            </a:r>
            <a:r>
              <a:rPr lang="ko-KR" altLang="en-US" sz="1200" dirty="0" smtClean="0">
                <a:solidFill>
                  <a:srgbClr val="FF0000"/>
                </a:solidFill>
              </a:rPr>
              <a:t>결재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lvl="0"/>
            <a:r>
              <a:rPr lang="ko-KR" altLang="en-US" sz="1200" dirty="0">
                <a:solidFill>
                  <a:srgbClr val="FF0000"/>
                </a:solidFill>
              </a:rPr>
              <a:t>하고 유류사용명세서상 금액은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결재된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lvl="0"/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금액에 미달하지 않게 작성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endParaRPr lang="en-US" altLang="ko-KR" sz="1200" dirty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 err="1">
                <a:solidFill>
                  <a:srgbClr val="FF0000"/>
                </a:solidFill>
              </a:rPr>
              <a:t>e.g</a:t>
            </a:r>
            <a:r>
              <a:rPr lang="en-US" altLang="ko-KR" sz="1100" dirty="0">
                <a:solidFill>
                  <a:srgbClr val="FF0000"/>
                </a:solidFill>
              </a:rPr>
              <a:t>) </a:t>
            </a:r>
            <a:r>
              <a:rPr lang="ko-KR" altLang="en-US" sz="1100" dirty="0" err="1">
                <a:solidFill>
                  <a:srgbClr val="FF0000"/>
                </a:solidFill>
              </a:rPr>
              <a:t>대전출장시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만원 </a:t>
            </a:r>
            <a:r>
              <a:rPr lang="ko-KR" altLang="en-US" sz="1100" dirty="0" smtClean="0">
                <a:solidFill>
                  <a:srgbClr val="FF0000"/>
                </a:solidFill>
              </a:rPr>
              <a:t>결재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pPr lvl="0"/>
            <a:r>
              <a:rPr lang="ko-KR" altLang="en-US" sz="1100" dirty="0" smtClean="0">
                <a:solidFill>
                  <a:srgbClr val="FF0000"/>
                </a:solidFill>
              </a:rPr>
              <a:t>   대전 </a:t>
            </a:r>
            <a:r>
              <a:rPr lang="en-US" altLang="ko-KR" sz="1100" dirty="0">
                <a:solidFill>
                  <a:srgbClr val="FF0000"/>
                </a:solidFill>
              </a:rPr>
              <a:t>300Km * 2,000</a:t>
            </a:r>
            <a:r>
              <a:rPr lang="ko-KR" altLang="en-US" sz="1100" dirty="0">
                <a:solidFill>
                  <a:srgbClr val="FF0000"/>
                </a:solidFill>
              </a:rPr>
              <a:t>원 </a:t>
            </a:r>
            <a:r>
              <a:rPr lang="en-US" altLang="ko-KR" sz="1100" dirty="0">
                <a:solidFill>
                  <a:srgbClr val="FF0000"/>
                </a:solidFill>
              </a:rPr>
              <a:t>/ </a:t>
            </a:r>
            <a:r>
              <a:rPr lang="en-US" altLang="ko-KR" sz="1100" dirty="0" smtClean="0">
                <a:solidFill>
                  <a:srgbClr val="FF0000"/>
                </a:solidFill>
              </a:rPr>
              <a:t>8Km = 75,000</a:t>
            </a:r>
            <a:r>
              <a:rPr lang="ko-KR" altLang="en-US" sz="1100" dirty="0" smtClean="0">
                <a:solidFill>
                  <a:srgbClr val="FF0000"/>
                </a:solidFill>
              </a:rPr>
              <a:t>원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pPr lvl="0"/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 smtClean="0">
                <a:solidFill>
                  <a:srgbClr val="FF0000"/>
                </a:solidFill>
              </a:rPr>
              <a:t> 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사규상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ko-KR" altLang="en-US" sz="1100" dirty="0" err="1">
                <a:solidFill>
                  <a:srgbClr val="FF0000"/>
                </a:solidFill>
              </a:rPr>
              <a:t>유류단가는</a:t>
            </a:r>
            <a:r>
              <a:rPr lang="ko-KR" altLang="en-US" sz="1100" dirty="0">
                <a:solidFill>
                  <a:srgbClr val="FF0000"/>
                </a:solidFill>
              </a:rPr>
              <a:t> 실제 </a:t>
            </a:r>
            <a:r>
              <a:rPr lang="ko-KR" altLang="en-US" sz="1100" dirty="0" smtClean="0">
                <a:solidFill>
                  <a:srgbClr val="FF0000"/>
                </a:solidFill>
              </a:rPr>
              <a:t>유류단가보다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pPr lvl="0"/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높게 책정되어 보통 유류사용명세서상 </a:t>
            </a:r>
            <a:endParaRPr kumimoji="0" lang="en-US" altLang="ko-KR" sz="11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lang="en-US" altLang="ko-KR" sz="11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금액이 높게 나옴</a:t>
            </a:r>
            <a:r>
              <a:rPr kumimoji="0" lang="en-US" altLang="ko-KR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1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1908640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8695944" y="400871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029838" y="3998578"/>
            <a:ext cx="306767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200" dirty="0" smtClean="0">
                <a:solidFill>
                  <a:srgbClr val="FF0000"/>
                </a:solidFill>
              </a:rPr>
              <a:t>마트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rgbClr val="FF0000"/>
                </a:solidFill>
              </a:rPr>
              <a:t>백화점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rgbClr val="FF0000"/>
                </a:solidFill>
              </a:rPr>
              <a:t>편의점 쇼핑몰</a:t>
            </a:r>
            <a:r>
              <a:rPr lang="en-US" altLang="ko-KR" sz="1200" dirty="0" smtClean="0">
                <a:solidFill>
                  <a:srgbClr val="FF0000"/>
                </a:solidFill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</a:rPr>
              <a:t>사용시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lvl="0"/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구입품목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세부명세서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실물영수증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 등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첨부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lang="ko-KR" altLang="en-US" sz="1200" dirty="0" smtClean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상품권 구입시 사용처 및 사용내역 명시</a:t>
            </a:r>
            <a:endParaRPr lang="en-US" altLang="ko-KR" sz="1200" dirty="0" smtClean="0">
              <a:solidFill>
                <a:srgbClr val="FF0000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endParaRPr kumimoji="0" lang="ko-KR" altLang="en-US" sz="11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80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4876</TotalTime>
  <Words>720</Words>
  <Application>Microsoft Office PowerPoint</Application>
  <PresentationFormat>와이드스크린</PresentationFormat>
  <Paragraphs>206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KoPubWorld돋움체 Bold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김인정</cp:lastModifiedBy>
  <cp:revision>948</cp:revision>
  <cp:lastPrinted>2021-03-03T05:15:34Z</cp:lastPrinted>
  <dcterms:created xsi:type="dcterms:W3CDTF">2017-11-15T03:54:21Z</dcterms:created>
  <dcterms:modified xsi:type="dcterms:W3CDTF">2021-04-23T06:33:11Z</dcterms:modified>
</cp:coreProperties>
</file>