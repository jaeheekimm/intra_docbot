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304" r:id="rId3"/>
    <p:sldId id="313" r:id="rId4"/>
    <p:sldId id="320" r:id="rId5"/>
    <p:sldId id="321" r:id="rId6"/>
    <p:sldId id="325" r:id="rId7"/>
    <p:sldId id="326" r:id="rId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FC6"/>
    <a:srgbClr val="C3C7CE"/>
    <a:srgbClr val="30D1B7"/>
    <a:srgbClr val="43E183"/>
    <a:srgbClr val="FBDC23"/>
    <a:srgbClr val="FFC000"/>
    <a:srgbClr val="24DC6E"/>
    <a:srgbClr val="2CD4A6"/>
    <a:srgbClr val="FDEC87"/>
    <a:srgbClr val="40B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5" autoAdjust="0"/>
    <p:restoredTop sz="90554" autoAdjust="0"/>
  </p:normalViewPr>
  <p:slideViewPr>
    <p:cSldViewPr snapToGrid="0">
      <p:cViewPr varScale="1">
        <p:scale>
          <a:sx n="77" d="100"/>
          <a:sy n="77" d="100"/>
        </p:scale>
        <p:origin x="1066" y="6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희재" userId="5f137378-fb9e-4efa-89ca-3d5ddf85b964" providerId="ADAL" clId="{960228F3-BDB5-49BF-AC75-6E0C3E5BCD5E}"/>
    <pc:docChg chg="undo custSel addSld delSld modSld">
      <pc:chgData name="강희재" userId="5f137378-fb9e-4efa-89ca-3d5ddf85b964" providerId="ADAL" clId="{960228F3-BDB5-49BF-AC75-6E0C3E5BCD5E}" dt="2021-03-03T00:03:27.868" v="1504" actId="207"/>
      <pc:docMkLst>
        <pc:docMk/>
      </pc:docMkLst>
      <pc:sldChg chg="modSp mod">
        <pc:chgData name="강희재" userId="5f137378-fb9e-4efa-89ca-3d5ddf85b964" providerId="ADAL" clId="{960228F3-BDB5-49BF-AC75-6E0C3E5BCD5E}" dt="2021-02-26T00:52:09.301" v="25"/>
        <pc:sldMkLst>
          <pc:docMk/>
          <pc:sldMk cId="3182785965" sldId="304"/>
        </pc:sldMkLst>
        <pc:spChg chg="mod">
          <ac:chgData name="강희재" userId="5f137378-fb9e-4efa-89ca-3d5ddf85b964" providerId="ADAL" clId="{960228F3-BDB5-49BF-AC75-6E0C3E5BCD5E}" dt="2021-02-26T00:52:09.301" v="25"/>
          <ac:spMkLst>
            <pc:docMk/>
            <pc:sldMk cId="3182785965" sldId="304"/>
            <ac:spMk id="13" creationId="{00000000-0000-0000-0000-000000000000}"/>
          </ac:spMkLst>
        </pc:spChg>
      </pc:sldChg>
      <pc:sldChg chg="modSp mod">
        <pc:chgData name="강희재" userId="5f137378-fb9e-4efa-89ca-3d5ddf85b964" providerId="ADAL" clId="{960228F3-BDB5-49BF-AC75-6E0C3E5BCD5E}" dt="2021-02-26T01:15:57.349" v="830" actId="404"/>
        <pc:sldMkLst>
          <pc:docMk/>
          <pc:sldMk cId="3699712288" sldId="313"/>
        </pc:sldMkLst>
        <pc:spChg chg="mod">
          <ac:chgData name="강희재" userId="5f137378-fb9e-4efa-89ca-3d5ddf85b964" providerId="ADAL" clId="{960228F3-BDB5-49BF-AC75-6E0C3E5BCD5E}" dt="2021-02-26T00:52:15.429" v="59"/>
          <ac:spMkLst>
            <pc:docMk/>
            <pc:sldMk cId="3699712288" sldId="313"/>
            <ac:spMk id="7" creationId="{00000000-0000-0000-0000-000000000000}"/>
          </ac:spMkLst>
        </pc:spChg>
        <pc:spChg chg="mod">
          <ac:chgData name="강희재" userId="5f137378-fb9e-4efa-89ca-3d5ddf85b964" providerId="ADAL" clId="{960228F3-BDB5-49BF-AC75-6E0C3E5BCD5E}" dt="2021-02-26T01:15:57.349" v="830" actId="404"/>
          <ac:spMkLst>
            <pc:docMk/>
            <pc:sldMk cId="3699712288" sldId="313"/>
            <ac:spMk id="11" creationId="{B38D849F-A2DC-4CF7-8A36-7D35A4215E86}"/>
          </ac:spMkLst>
        </pc:spChg>
      </pc:sldChg>
      <pc:sldChg chg="addSp delSp modSp mod">
        <pc:chgData name="강희재" userId="5f137378-fb9e-4efa-89ca-3d5ddf85b964" providerId="ADAL" clId="{960228F3-BDB5-49BF-AC75-6E0C3E5BCD5E}" dt="2021-03-03T00:03:27.868" v="1504" actId="207"/>
        <pc:sldMkLst>
          <pc:docMk/>
          <pc:sldMk cId="2653213612" sldId="320"/>
        </pc:sldMkLst>
        <pc:spChg chg="del">
          <ac:chgData name="강희재" userId="5f137378-fb9e-4efa-89ca-3d5ddf85b964" providerId="ADAL" clId="{960228F3-BDB5-49BF-AC75-6E0C3E5BCD5E}" dt="2021-02-26T01:16:03.373" v="831" actId="478"/>
          <ac:spMkLst>
            <pc:docMk/>
            <pc:sldMk cId="2653213612" sldId="320"/>
            <ac:spMk id="11" creationId="{B38D849F-A2DC-4CF7-8A36-7D35A4215E86}"/>
          </ac:spMkLst>
        </pc:spChg>
        <pc:spChg chg="mod">
          <ac:chgData name="강희재" userId="5f137378-fb9e-4efa-89ca-3d5ddf85b964" providerId="ADAL" clId="{960228F3-BDB5-49BF-AC75-6E0C3E5BCD5E}" dt="2021-03-03T00:03:27.868" v="1504" actId="207"/>
          <ac:spMkLst>
            <pc:docMk/>
            <pc:sldMk cId="2653213612" sldId="320"/>
            <ac:spMk id="14" creationId="{523B1517-9F72-4EFA-AC15-C16BA373338C}"/>
          </ac:spMkLst>
        </pc:spChg>
        <pc:spChg chg="mod">
          <ac:chgData name="강희재" userId="5f137378-fb9e-4efa-89ca-3d5ddf85b964" providerId="ADAL" clId="{960228F3-BDB5-49BF-AC75-6E0C3E5BCD5E}" dt="2021-02-26T00:52:34.692" v="60"/>
          <ac:spMkLst>
            <pc:docMk/>
            <pc:sldMk cId="2653213612" sldId="320"/>
            <ac:spMk id="21" creationId="{AEAE46AC-BBCE-4C4E-AEA4-EF567B6E01B3}"/>
          </ac:spMkLst>
        </pc:spChg>
        <pc:spChg chg="add mod">
          <ac:chgData name="강희재" userId="5f137378-fb9e-4efa-89ca-3d5ddf85b964" providerId="ADAL" clId="{960228F3-BDB5-49BF-AC75-6E0C3E5BCD5E}" dt="2021-02-26T01:16:03.960" v="832"/>
          <ac:spMkLst>
            <pc:docMk/>
            <pc:sldMk cId="2653213612" sldId="320"/>
            <ac:spMk id="25" creationId="{07845D81-6E32-475E-AD6E-304CD0AE8F75}"/>
          </ac:spMkLst>
        </pc:spChg>
      </pc:sldChg>
      <pc:sldChg chg="addSp delSp modSp mod">
        <pc:chgData name="강희재" userId="5f137378-fb9e-4efa-89ca-3d5ddf85b964" providerId="ADAL" clId="{960228F3-BDB5-49BF-AC75-6E0C3E5BCD5E}" dt="2021-02-26T06:36:22.264" v="1503" actId="108"/>
        <pc:sldMkLst>
          <pc:docMk/>
          <pc:sldMk cId="3065049994" sldId="321"/>
        </pc:sldMkLst>
        <pc:spChg chg="del mod">
          <ac:chgData name="강희재" userId="5f137378-fb9e-4efa-89ca-3d5ddf85b964" providerId="ADAL" clId="{960228F3-BDB5-49BF-AC75-6E0C3E5BCD5E}" dt="2021-02-26T01:16:09.498" v="834" actId="478"/>
          <ac:spMkLst>
            <pc:docMk/>
            <pc:sldMk cId="3065049994" sldId="321"/>
            <ac:spMk id="11" creationId="{B38D849F-A2DC-4CF7-8A36-7D35A4215E86}"/>
          </ac:spMkLst>
        </pc:spChg>
        <pc:spChg chg="mod">
          <ac:chgData name="강희재" userId="5f137378-fb9e-4efa-89ca-3d5ddf85b964" providerId="ADAL" clId="{960228F3-BDB5-49BF-AC75-6E0C3E5BCD5E}" dt="2021-02-26T06:06:02.543" v="1242"/>
          <ac:spMkLst>
            <pc:docMk/>
            <pc:sldMk cId="3065049994" sldId="321"/>
            <ac:spMk id="14" creationId="{523B1517-9F72-4EFA-AC15-C16BA373338C}"/>
          </ac:spMkLst>
        </pc:spChg>
        <pc:spChg chg="mod">
          <ac:chgData name="강희재" userId="5f137378-fb9e-4efa-89ca-3d5ddf85b964" providerId="ADAL" clId="{960228F3-BDB5-49BF-AC75-6E0C3E5BCD5E}" dt="2021-02-26T00:52:34.692" v="60"/>
          <ac:spMkLst>
            <pc:docMk/>
            <pc:sldMk cId="3065049994" sldId="321"/>
            <ac:spMk id="17" creationId="{091E9BBA-2269-4935-AB0A-D1CFC1337DC0}"/>
          </ac:spMkLst>
        </pc:spChg>
        <pc:spChg chg="add mod">
          <ac:chgData name="강희재" userId="5f137378-fb9e-4efa-89ca-3d5ddf85b964" providerId="ADAL" clId="{960228F3-BDB5-49BF-AC75-6E0C3E5BCD5E}" dt="2021-02-26T00:54:25.076" v="253" actId="20577"/>
          <ac:spMkLst>
            <pc:docMk/>
            <pc:sldMk cId="3065049994" sldId="321"/>
            <ac:spMk id="18" creationId="{59449BF1-9D5A-433E-9773-FE0ECB1DBB2D}"/>
          </ac:spMkLst>
        </pc:spChg>
        <pc:spChg chg="add mod">
          <ac:chgData name="강희재" userId="5f137378-fb9e-4efa-89ca-3d5ddf85b964" providerId="ADAL" clId="{960228F3-BDB5-49BF-AC75-6E0C3E5BCD5E}" dt="2021-02-26T00:54:36.743" v="254" actId="14100"/>
          <ac:spMkLst>
            <pc:docMk/>
            <pc:sldMk cId="3065049994" sldId="321"/>
            <ac:spMk id="19" creationId="{29F00541-7B19-4A2E-93C8-31A20A474393}"/>
          </ac:spMkLst>
        </pc:spChg>
        <pc:spChg chg="add del mod">
          <ac:chgData name="강희재" userId="5f137378-fb9e-4efa-89ca-3d5ddf85b964" providerId="ADAL" clId="{960228F3-BDB5-49BF-AC75-6E0C3E5BCD5E}" dt="2021-02-26T00:54:45.296" v="257" actId="478"/>
          <ac:spMkLst>
            <pc:docMk/>
            <pc:sldMk cId="3065049994" sldId="321"/>
            <ac:spMk id="20" creationId="{2249C6F7-CA67-44BC-AABB-2FA0891F7597}"/>
          </ac:spMkLst>
        </pc:spChg>
        <pc:spChg chg="add mod">
          <ac:chgData name="강희재" userId="5f137378-fb9e-4efa-89ca-3d5ddf85b964" providerId="ADAL" clId="{960228F3-BDB5-49BF-AC75-6E0C3E5BCD5E}" dt="2021-02-26T00:55:08.547" v="265" actId="14100"/>
          <ac:spMkLst>
            <pc:docMk/>
            <pc:sldMk cId="3065049994" sldId="321"/>
            <ac:spMk id="21" creationId="{D73A4600-C041-4E4C-95CD-BABD61BF512D}"/>
          </ac:spMkLst>
        </pc:spChg>
        <pc:spChg chg="add mod">
          <ac:chgData name="강희재" userId="5f137378-fb9e-4efa-89ca-3d5ddf85b964" providerId="ADAL" clId="{960228F3-BDB5-49BF-AC75-6E0C3E5BCD5E}" dt="2021-02-26T00:55:13.944" v="268" actId="6549"/>
          <ac:spMkLst>
            <pc:docMk/>
            <pc:sldMk cId="3065049994" sldId="321"/>
            <ac:spMk id="22" creationId="{88DC694D-CAC8-4F84-915C-9B03952B7B53}"/>
          </ac:spMkLst>
        </pc:spChg>
        <pc:spChg chg="mod">
          <ac:chgData name="강희재" userId="5f137378-fb9e-4efa-89ca-3d5ddf85b964" providerId="ADAL" clId="{960228F3-BDB5-49BF-AC75-6E0C3E5BCD5E}" dt="2021-02-26T00:53:42.983" v="108" actId="14100"/>
          <ac:spMkLst>
            <pc:docMk/>
            <pc:sldMk cId="3065049994" sldId="321"/>
            <ac:spMk id="24" creationId="{5A2879F5-08A6-4EDD-AAE8-EE480C8643C0}"/>
          </ac:spMkLst>
        </pc:spChg>
        <pc:spChg chg="add mod">
          <ac:chgData name="강희재" userId="5f137378-fb9e-4efa-89ca-3d5ddf85b964" providerId="ADAL" clId="{960228F3-BDB5-49BF-AC75-6E0C3E5BCD5E}" dt="2021-02-26T06:06:20.333" v="1288"/>
          <ac:spMkLst>
            <pc:docMk/>
            <pc:sldMk cId="3065049994" sldId="321"/>
            <ac:spMk id="25" creationId="{878F2440-F3A8-4B7A-9F9D-98633501852B}"/>
          </ac:spMkLst>
        </pc:spChg>
        <pc:spChg chg="add mod">
          <ac:chgData name="강희재" userId="5f137378-fb9e-4efa-89ca-3d5ddf85b964" providerId="ADAL" clId="{960228F3-BDB5-49BF-AC75-6E0C3E5BCD5E}" dt="2021-02-26T00:56:21.911" v="386" actId="14100"/>
          <ac:spMkLst>
            <pc:docMk/>
            <pc:sldMk cId="3065049994" sldId="321"/>
            <ac:spMk id="26" creationId="{F46A1B02-95D8-41BF-BFDC-FD831B800764}"/>
          </ac:spMkLst>
        </pc:spChg>
        <pc:spChg chg="add mod">
          <ac:chgData name="강희재" userId="5f137378-fb9e-4efa-89ca-3d5ddf85b964" providerId="ADAL" clId="{960228F3-BDB5-49BF-AC75-6E0C3E5BCD5E}" dt="2021-02-26T00:56:30.797" v="390" actId="20577"/>
          <ac:spMkLst>
            <pc:docMk/>
            <pc:sldMk cId="3065049994" sldId="321"/>
            <ac:spMk id="27" creationId="{7A8500E7-BF7D-4F56-81D5-E122DDF9C340}"/>
          </ac:spMkLst>
        </pc:spChg>
        <pc:spChg chg="add mod">
          <ac:chgData name="강희재" userId="5f137378-fb9e-4efa-89ca-3d5ddf85b964" providerId="ADAL" clId="{960228F3-BDB5-49BF-AC75-6E0C3E5BCD5E}" dt="2021-02-26T00:56:38.445" v="393" actId="20577"/>
          <ac:spMkLst>
            <pc:docMk/>
            <pc:sldMk cId="3065049994" sldId="321"/>
            <ac:spMk id="28" creationId="{C232289E-6140-47E4-A95A-2574229E56C7}"/>
          </ac:spMkLst>
        </pc:spChg>
        <pc:spChg chg="add mod">
          <ac:chgData name="강희재" userId="5f137378-fb9e-4efa-89ca-3d5ddf85b964" providerId="ADAL" clId="{960228F3-BDB5-49BF-AC75-6E0C3E5BCD5E}" dt="2021-02-26T06:06:22.795" v="1290"/>
          <ac:spMkLst>
            <pc:docMk/>
            <pc:sldMk cId="3065049994" sldId="321"/>
            <ac:spMk id="29" creationId="{CB4ED18D-D936-449C-B942-15D2852A698C}"/>
          </ac:spMkLst>
        </pc:spChg>
        <pc:spChg chg="add mod">
          <ac:chgData name="강희재" userId="5f137378-fb9e-4efa-89ca-3d5ddf85b964" providerId="ADAL" clId="{960228F3-BDB5-49BF-AC75-6E0C3E5BCD5E}" dt="2021-02-26T00:57:04.986" v="497" actId="1037"/>
          <ac:spMkLst>
            <pc:docMk/>
            <pc:sldMk cId="3065049994" sldId="321"/>
            <ac:spMk id="30" creationId="{7F89DFBA-2EB0-465F-940A-13EA07234EC1}"/>
          </ac:spMkLst>
        </pc:spChg>
        <pc:spChg chg="mod">
          <ac:chgData name="강희재" userId="5f137378-fb9e-4efa-89ca-3d5ddf85b964" providerId="ADAL" clId="{960228F3-BDB5-49BF-AC75-6E0C3E5BCD5E}" dt="2021-02-26T00:53:38.848" v="107" actId="1037"/>
          <ac:spMkLst>
            <pc:docMk/>
            <pc:sldMk cId="3065049994" sldId="321"/>
            <ac:spMk id="31" creationId="{57E8ED15-2990-4A32-9173-9A188546741D}"/>
          </ac:spMkLst>
        </pc:spChg>
        <pc:spChg chg="add mod">
          <ac:chgData name="강희재" userId="5f137378-fb9e-4efa-89ca-3d5ddf85b964" providerId="ADAL" clId="{960228F3-BDB5-49BF-AC75-6E0C3E5BCD5E}" dt="2021-02-26T01:16:10.084" v="835"/>
          <ac:spMkLst>
            <pc:docMk/>
            <pc:sldMk cId="3065049994" sldId="321"/>
            <ac:spMk id="35" creationId="{D9789380-2FAB-4962-BB8A-819EE714B3F6}"/>
          </ac:spMkLst>
        </pc:spChg>
        <pc:picChg chg="del">
          <ac:chgData name="강희재" userId="5f137378-fb9e-4efa-89ca-3d5ddf85b964" providerId="ADAL" clId="{960228F3-BDB5-49BF-AC75-6E0C3E5BCD5E}" dt="2021-02-26T00:53:12.886" v="97" actId="478"/>
          <ac:picMkLst>
            <pc:docMk/>
            <pc:sldMk cId="3065049994" sldId="321"/>
            <ac:picMk id="5" creationId="{A7302185-1C9C-4B7E-8FD1-81CBEA7D5E61}"/>
          </ac:picMkLst>
        </pc:picChg>
        <pc:picChg chg="add del mod ord">
          <ac:chgData name="강희재" userId="5f137378-fb9e-4efa-89ca-3d5ddf85b964" providerId="ADAL" clId="{960228F3-BDB5-49BF-AC75-6E0C3E5BCD5E}" dt="2021-02-26T00:56:05.828" v="380" actId="478"/>
          <ac:picMkLst>
            <pc:docMk/>
            <pc:sldMk cId="3065049994" sldId="321"/>
            <ac:picMk id="7" creationId="{7FEC91DA-96D6-4DFC-83C4-64B84C2F4C8D}"/>
          </ac:picMkLst>
        </pc:picChg>
        <pc:picChg chg="add mod ord">
          <ac:chgData name="강희재" userId="5f137378-fb9e-4efa-89ca-3d5ddf85b964" providerId="ADAL" clId="{960228F3-BDB5-49BF-AC75-6E0C3E5BCD5E}" dt="2021-02-26T00:56:06.632" v="381" actId="108"/>
          <ac:picMkLst>
            <pc:docMk/>
            <pc:sldMk cId="3065049994" sldId="321"/>
            <ac:picMk id="9" creationId="{3BBA59CE-8D50-4FCF-90B9-97F81BBC0F57}"/>
          </ac:picMkLst>
        </pc:picChg>
        <pc:cxnChg chg="add mod">
          <ac:chgData name="강희재" userId="5f137378-fb9e-4efa-89ca-3d5ddf85b964" providerId="ADAL" clId="{960228F3-BDB5-49BF-AC75-6E0C3E5BCD5E}" dt="2021-02-26T06:36:22.264" v="1503" actId="108"/>
          <ac:cxnSpMkLst>
            <pc:docMk/>
            <pc:sldMk cId="3065049994" sldId="321"/>
            <ac:cxnSpMk id="32" creationId="{F45AFEB1-C3BA-4DEE-BD41-8A3A419CDCA6}"/>
          </ac:cxnSpMkLst>
        </pc:cxnChg>
      </pc:sldChg>
      <pc:sldChg chg="modSp del">
        <pc:chgData name="강희재" userId="5f137378-fb9e-4efa-89ca-3d5ddf85b964" providerId="ADAL" clId="{960228F3-BDB5-49BF-AC75-6E0C3E5BCD5E}" dt="2021-02-26T01:01:17.496" v="505" actId="47"/>
        <pc:sldMkLst>
          <pc:docMk/>
          <pc:sldMk cId="3874382332" sldId="322"/>
        </pc:sldMkLst>
        <pc:spChg chg="mod">
          <ac:chgData name="강희재" userId="5f137378-fb9e-4efa-89ca-3d5ddf85b964" providerId="ADAL" clId="{960228F3-BDB5-49BF-AC75-6E0C3E5BCD5E}" dt="2021-02-26T00:52:34.692" v="60"/>
          <ac:spMkLst>
            <pc:docMk/>
            <pc:sldMk cId="3874382332" sldId="322"/>
            <ac:spMk id="17" creationId="{091E9BBA-2269-4935-AB0A-D1CFC1337DC0}"/>
          </ac:spMkLst>
        </pc:spChg>
      </pc:sldChg>
      <pc:sldChg chg="modSp del">
        <pc:chgData name="강희재" userId="5f137378-fb9e-4efa-89ca-3d5ddf85b964" providerId="ADAL" clId="{960228F3-BDB5-49BF-AC75-6E0C3E5BCD5E}" dt="2021-02-26T01:01:16.988" v="504" actId="47"/>
        <pc:sldMkLst>
          <pc:docMk/>
          <pc:sldMk cId="4209540409" sldId="324"/>
        </pc:sldMkLst>
        <pc:spChg chg="mod">
          <ac:chgData name="강희재" userId="5f137378-fb9e-4efa-89ca-3d5ddf85b964" providerId="ADAL" clId="{960228F3-BDB5-49BF-AC75-6E0C3E5BCD5E}" dt="2021-02-26T00:52:34.692" v="60"/>
          <ac:spMkLst>
            <pc:docMk/>
            <pc:sldMk cId="4209540409" sldId="324"/>
            <ac:spMk id="17" creationId="{091E9BBA-2269-4935-AB0A-D1CFC1337DC0}"/>
          </ac:spMkLst>
        </pc:spChg>
      </pc:sldChg>
      <pc:sldChg chg="addSp delSp modSp mod">
        <pc:chgData name="강희재" userId="5f137378-fb9e-4efa-89ca-3d5ddf85b964" providerId="ADAL" clId="{960228F3-BDB5-49BF-AC75-6E0C3E5BCD5E}" dt="2021-02-26T06:36:14.111" v="1502" actId="692"/>
        <pc:sldMkLst>
          <pc:docMk/>
          <pc:sldMk cId="4051357023" sldId="325"/>
        </pc:sldMkLst>
        <pc:spChg chg="del">
          <ac:chgData name="강희재" userId="5f137378-fb9e-4efa-89ca-3d5ddf85b964" providerId="ADAL" clId="{960228F3-BDB5-49BF-AC75-6E0C3E5BCD5E}" dt="2021-02-26T01:16:12.908" v="836" actId="478"/>
          <ac:spMkLst>
            <pc:docMk/>
            <pc:sldMk cId="4051357023" sldId="325"/>
            <ac:spMk id="11" creationId="{B38D849F-A2DC-4CF7-8A36-7D35A4215E86}"/>
          </ac:spMkLst>
        </pc:spChg>
        <pc:spChg chg="mod">
          <ac:chgData name="강희재" userId="5f137378-fb9e-4efa-89ca-3d5ddf85b964" providerId="ADAL" clId="{960228F3-BDB5-49BF-AC75-6E0C3E5BCD5E}" dt="2021-02-26T06:05:54.778" v="1238"/>
          <ac:spMkLst>
            <pc:docMk/>
            <pc:sldMk cId="4051357023" sldId="325"/>
            <ac:spMk id="14" creationId="{523B1517-9F72-4EFA-AC15-C16BA373338C}"/>
          </ac:spMkLst>
        </pc:spChg>
        <pc:spChg chg="mod">
          <ac:chgData name="강희재" userId="5f137378-fb9e-4efa-89ca-3d5ddf85b964" providerId="ADAL" clId="{960228F3-BDB5-49BF-AC75-6E0C3E5BCD5E}" dt="2021-02-26T00:52:34.692" v="60"/>
          <ac:spMkLst>
            <pc:docMk/>
            <pc:sldMk cId="4051357023" sldId="325"/>
            <ac:spMk id="17" creationId="{091E9BBA-2269-4935-AB0A-D1CFC1337DC0}"/>
          </ac:spMkLst>
        </pc:spChg>
        <pc:spChg chg="add mod">
          <ac:chgData name="강희재" userId="5f137378-fb9e-4efa-89ca-3d5ddf85b964" providerId="ADAL" clId="{960228F3-BDB5-49BF-AC75-6E0C3E5BCD5E}" dt="2021-02-26T01:02:50.825" v="635" actId="1076"/>
          <ac:spMkLst>
            <pc:docMk/>
            <pc:sldMk cId="4051357023" sldId="325"/>
            <ac:spMk id="18" creationId="{D5AF31D5-F359-4850-81AB-1271E32956C5}"/>
          </ac:spMkLst>
        </pc:spChg>
        <pc:spChg chg="add del mod">
          <ac:chgData name="강희재" userId="5f137378-fb9e-4efa-89ca-3d5ddf85b964" providerId="ADAL" clId="{960228F3-BDB5-49BF-AC75-6E0C3E5BCD5E}" dt="2021-02-26T01:02:58.120" v="637"/>
          <ac:spMkLst>
            <pc:docMk/>
            <pc:sldMk cId="4051357023" sldId="325"/>
            <ac:spMk id="19" creationId="{6B578F3A-070A-4215-965B-283928A3513B}"/>
          </ac:spMkLst>
        </pc:spChg>
        <pc:spChg chg="add mod">
          <ac:chgData name="강희재" userId="5f137378-fb9e-4efa-89ca-3d5ddf85b964" providerId="ADAL" clId="{960228F3-BDB5-49BF-AC75-6E0C3E5BCD5E}" dt="2021-02-26T06:36:06.633" v="1500"/>
          <ac:spMkLst>
            <pc:docMk/>
            <pc:sldMk cId="4051357023" sldId="325"/>
            <ac:spMk id="20" creationId="{CF4EFF3C-9249-46F7-BDDC-AE587A39230F}"/>
          </ac:spMkLst>
        </pc:spChg>
        <pc:spChg chg="add mod">
          <ac:chgData name="강희재" userId="5f137378-fb9e-4efa-89ca-3d5ddf85b964" providerId="ADAL" clId="{960228F3-BDB5-49BF-AC75-6E0C3E5BCD5E}" dt="2021-02-26T01:03:12.609" v="642" actId="20577"/>
          <ac:spMkLst>
            <pc:docMk/>
            <pc:sldMk cId="4051357023" sldId="325"/>
            <ac:spMk id="21" creationId="{52B6DFAA-D291-465A-9D6D-D673D160EF91}"/>
          </ac:spMkLst>
        </pc:spChg>
        <pc:spChg chg="add mod">
          <ac:chgData name="강희재" userId="5f137378-fb9e-4efa-89ca-3d5ddf85b964" providerId="ADAL" clId="{960228F3-BDB5-49BF-AC75-6E0C3E5BCD5E}" dt="2021-02-26T01:03:23.299" v="646" actId="20577"/>
          <ac:spMkLst>
            <pc:docMk/>
            <pc:sldMk cId="4051357023" sldId="325"/>
            <ac:spMk id="22" creationId="{1D03A889-4921-4275-9B87-A6B0AF3E688E}"/>
          </ac:spMkLst>
        </pc:spChg>
        <pc:spChg chg="mod">
          <ac:chgData name="강희재" userId="5f137378-fb9e-4efa-89ca-3d5ddf85b964" providerId="ADAL" clId="{960228F3-BDB5-49BF-AC75-6E0C3E5BCD5E}" dt="2021-02-26T01:02:17.345" v="517" actId="14100"/>
          <ac:spMkLst>
            <pc:docMk/>
            <pc:sldMk cId="4051357023" sldId="325"/>
            <ac:spMk id="24" creationId="{5A2879F5-08A6-4EDD-AAE8-EE480C8643C0}"/>
          </ac:spMkLst>
        </pc:spChg>
        <pc:spChg chg="add mod">
          <ac:chgData name="강희재" userId="5f137378-fb9e-4efa-89ca-3d5ddf85b964" providerId="ADAL" clId="{960228F3-BDB5-49BF-AC75-6E0C3E5BCD5E}" dt="2021-02-26T01:03:30.914" v="711"/>
          <ac:spMkLst>
            <pc:docMk/>
            <pc:sldMk cId="4051357023" sldId="325"/>
            <ac:spMk id="25" creationId="{37F3ADAE-D535-4E26-8353-D9446F04716C}"/>
          </ac:spMkLst>
        </pc:spChg>
        <pc:spChg chg="add mod">
          <ac:chgData name="강희재" userId="5f137378-fb9e-4efa-89ca-3d5ddf85b964" providerId="ADAL" clId="{960228F3-BDB5-49BF-AC75-6E0C3E5BCD5E}" dt="2021-02-26T01:03:49.635" v="752" actId="14100"/>
          <ac:spMkLst>
            <pc:docMk/>
            <pc:sldMk cId="4051357023" sldId="325"/>
            <ac:spMk id="26" creationId="{219984CE-5A5F-43E3-AF77-97B2B3124E05}"/>
          </ac:spMkLst>
        </pc:spChg>
        <pc:spChg chg="add mod">
          <ac:chgData name="강희재" userId="5f137378-fb9e-4efa-89ca-3d5ddf85b964" providerId="ADAL" clId="{960228F3-BDB5-49BF-AC75-6E0C3E5BCD5E}" dt="2021-02-26T01:03:45.586" v="751" actId="1037"/>
          <ac:spMkLst>
            <pc:docMk/>
            <pc:sldMk cId="4051357023" sldId="325"/>
            <ac:spMk id="27" creationId="{21D74540-3B04-4C78-94BE-01E7695654FB}"/>
          </ac:spMkLst>
        </pc:spChg>
        <pc:spChg chg="add mod">
          <ac:chgData name="강희재" userId="5f137378-fb9e-4efa-89ca-3d5ddf85b964" providerId="ADAL" clId="{960228F3-BDB5-49BF-AC75-6E0C3E5BCD5E}" dt="2021-02-26T01:04:05.630" v="754" actId="571"/>
          <ac:spMkLst>
            <pc:docMk/>
            <pc:sldMk cId="4051357023" sldId="325"/>
            <ac:spMk id="28" creationId="{B9B1AA2A-5C49-4DBF-B00E-5AF6C751ED86}"/>
          </ac:spMkLst>
        </pc:spChg>
        <pc:spChg chg="add mod">
          <ac:chgData name="강희재" userId="5f137378-fb9e-4efa-89ca-3d5ddf85b964" providerId="ADAL" clId="{960228F3-BDB5-49BF-AC75-6E0C3E5BCD5E}" dt="2021-02-26T01:04:05.630" v="754" actId="571"/>
          <ac:spMkLst>
            <pc:docMk/>
            <pc:sldMk cId="4051357023" sldId="325"/>
            <ac:spMk id="29" creationId="{7A8A34BA-0F76-4EC1-B1BD-C275DA4EDD00}"/>
          </ac:spMkLst>
        </pc:spChg>
        <pc:spChg chg="add mod">
          <ac:chgData name="강희재" userId="5f137378-fb9e-4efa-89ca-3d5ddf85b964" providerId="ADAL" clId="{960228F3-BDB5-49BF-AC75-6E0C3E5BCD5E}" dt="2021-02-26T01:04:17.941" v="757" actId="20577"/>
          <ac:spMkLst>
            <pc:docMk/>
            <pc:sldMk cId="4051357023" sldId="325"/>
            <ac:spMk id="30" creationId="{F9ACC4FE-DBFC-40D5-BAEE-8C8AF40A72E0}"/>
          </ac:spMkLst>
        </pc:spChg>
        <pc:spChg chg="del mod">
          <ac:chgData name="강희재" userId="5f137378-fb9e-4efa-89ca-3d5ddf85b964" providerId="ADAL" clId="{960228F3-BDB5-49BF-AC75-6E0C3E5BCD5E}" dt="2021-02-26T01:02:46.655" v="633" actId="478"/>
          <ac:spMkLst>
            <pc:docMk/>
            <pc:sldMk cId="4051357023" sldId="325"/>
            <ac:spMk id="31" creationId="{57E8ED15-2990-4A32-9173-9A188546741D}"/>
          </ac:spMkLst>
        </pc:spChg>
        <pc:spChg chg="add mod">
          <ac:chgData name="강희재" userId="5f137378-fb9e-4efa-89ca-3d5ddf85b964" providerId="ADAL" clId="{960228F3-BDB5-49BF-AC75-6E0C3E5BCD5E}" dt="2021-02-26T06:05:48.437" v="1236"/>
          <ac:spMkLst>
            <pc:docMk/>
            <pc:sldMk cId="4051357023" sldId="325"/>
            <ac:spMk id="32" creationId="{15686A86-5D9A-462C-90B6-CD05C783D33E}"/>
          </ac:spMkLst>
        </pc:spChg>
        <pc:spChg chg="add mod">
          <ac:chgData name="강희재" userId="5f137378-fb9e-4efa-89ca-3d5ddf85b964" providerId="ADAL" clId="{960228F3-BDB5-49BF-AC75-6E0C3E5BCD5E}" dt="2021-02-26T01:04:33.453" v="808" actId="14100"/>
          <ac:spMkLst>
            <pc:docMk/>
            <pc:sldMk cId="4051357023" sldId="325"/>
            <ac:spMk id="33" creationId="{E1FC8612-F1BD-4E68-8F44-1FFE9ACC8992}"/>
          </ac:spMkLst>
        </pc:spChg>
        <pc:spChg chg="add mod">
          <ac:chgData name="강희재" userId="5f137378-fb9e-4efa-89ca-3d5ddf85b964" providerId="ADAL" clId="{960228F3-BDB5-49BF-AC75-6E0C3E5BCD5E}" dt="2021-02-26T01:16:13.656" v="837"/>
          <ac:spMkLst>
            <pc:docMk/>
            <pc:sldMk cId="4051357023" sldId="325"/>
            <ac:spMk id="35" creationId="{A8420335-A32E-4A8E-8AF4-0FD421D99EC0}"/>
          </ac:spMkLst>
        </pc:spChg>
        <pc:picChg chg="del">
          <ac:chgData name="강희재" userId="5f137378-fb9e-4efa-89ca-3d5ddf85b964" providerId="ADAL" clId="{960228F3-BDB5-49BF-AC75-6E0C3E5BCD5E}" dt="2021-02-26T01:02:03.699" v="513" actId="478"/>
          <ac:picMkLst>
            <pc:docMk/>
            <pc:sldMk cId="4051357023" sldId="325"/>
            <ac:picMk id="5" creationId="{A7302185-1C9C-4B7E-8FD1-81CBEA7D5E61}"/>
          </ac:picMkLst>
        </pc:picChg>
        <pc:picChg chg="add mod ord">
          <ac:chgData name="강희재" userId="5f137378-fb9e-4efa-89ca-3d5ddf85b964" providerId="ADAL" clId="{960228F3-BDB5-49BF-AC75-6E0C3E5BCD5E}" dt="2021-02-26T01:02:08.972" v="515" actId="1076"/>
          <ac:picMkLst>
            <pc:docMk/>
            <pc:sldMk cId="4051357023" sldId="325"/>
            <ac:picMk id="7" creationId="{15E0BC48-553F-4971-A7F2-B5522A8AE142}"/>
          </ac:picMkLst>
        </pc:picChg>
        <pc:cxnChg chg="add mod">
          <ac:chgData name="강희재" userId="5f137378-fb9e-4efa-89ca-3d5ddf85b964" providerId="ADAL" clId="{960228F3-BDB5-49BF-AC75-6E0C3E5BCD5E}" dt="2021-02-26T06:36:14.111" v="1502" actId="692"/>
          <ac:cxnSpMkLst>
            <pc:docMk/>
            <pc:sldMk cId="4051357023" sldId="325"/>
            <ac:cxnSpMk id="34" creationId="{D15DBB34-A34C-4A79-912C-988ADBCC6819}"/>
          </ac:cxnSpMkLst>
        </pc:cxnChg>
      </pc:sldChg>
      <pc:sldChg chg="addSp delSp modSp add del mod">
        <pc:chgData name="강희재" userId="5f137378-fb9e-4efa-89ca-3d5ddf85b964" providerId="ADAL" clId="{960228F3-BDB5-49BF-AC75-6E0C3E5BCD5E}" dt="2021-02-26T06:15:16.339" v="1498" actId="20577"/>
        <pc:sldMkLst>
          <pc:docMk/>
          <pc:sldMk cId="2826593895" sldId="326"/>
        </pc:sldMkLst>
        <pc:spChg chg="mod">
          <ac:chgData name="강희재" userId="5f137378-fb9e-4efa-89ca-3d5ddf85b964" providerId="ADAL" clId="{960228F3-BDB5-49BF-AC75-6E0C3E5BCD5E}" dt="2021-02-26T06:05:15.564" v="1204"/>
          <ac:spMkLst>
            <pc:docMk/>
            <pc:sldMk cId="2826593895" sldId="326"/>
            <ac:spMk id="14" creationId="{523B1517-9F72-4EFA-AC15-C16BA373338C}"/>
          </ac:spMkLst>
        </pc:spChg>
        <pc:spChg chg="mod">
          <ac:chgData name="강희재" userId="5f137378-fb9e-4efa-89ca-3d5ddf85b964" providerId="ADAL" clId="{960228F3-BDB5-49BF-AC75-6E0C3E5BCD5E}" dt="2021-02-26T01:17:39.015" v="863" actId="1076"/>
          <ac:spMkLst>
            <pc:docMk/>
            <pc:sldMk cId="2826593895" sldId="326"/>
            <ac:spMk id="18" creationId="{D5AF31D5-F359-4850-81AB-1271E32956C5}"/>
          </ac:spMkLst>
        </pc:spChg>
        <pc:spChg chg="mod">
          <ac:chgData name="강희재" userId="5f137378-fb9e-4efa-89ca-3d5ddf85b964" providerId="ADAL" clId="{960228F3-BDB5-49BF-AC75-6E0C3E5BCD5E}" dt="2021-02-26T01:18:24.137" v="978" actId="14100"/>
          <ac:spMkLst>
            <pc:docMk/>
            <pc:sldMk cId="2826593895" sldId="326"/>
            <ac:spMk id="20" creationId="{CF4EFF3C-9249-46F7-BDDC-AE587A39230F}"/>
          </ac:spMkLst>
        </pc:spChg>
        <pc:spChg chg="mod">
          <ac:chgData name="강희재" userId="5f137378-fb9e-4efa-89ca-3d5ddf85b964" providerId="ADAL" clId="{960228F3-BDB5-49BF-AC75-6E0C3E5BCD5E}" dt="2021-02-26T06:05:07.202" v="1185" actId="1076"/>
          <ac:spMkLst>
            <pc:docMk/>
            <pc:sldMk cId="2826593895" sldId="326"/>
            <ac:spMk id="21" creationId="{52B6DFAA-D291-465A-9D6D-D673D160EF91}"/>
          </ac:spMkLst>
        </pc:spChg>
        <pc:spChg chg="mod">
          <ac:chgData name="강희재" userId="5f137378-fb9e-4efa-89ca-3d5ddf85b964" providerId="ADAL" clId="{960228F3-BDB5-49BF-AC75-6E0C3E5BCD5E}" dt="2021-02-26T06:05:04.141" v="1184" actId="14100"/>
          <ac:spMkLst>
            <pc:docMk/>
            <pc:sldMk cId="2826593895" sldId="326"/>
            <ac:spMk id="24" creationId="{5A2879F5-08A6-4EDD-AAE8-EE480C8643C0}"/>
          </ac:spMkLst>
        </pc:spChg>
        <pc:spChg chg="mod">
          <ac:chgData name="강희재" userId="5f137378-fb9e-4efa-89ca-3d5ddf85b964" providerId="ADAL" clId="{960228F3-BDB5-49BF-AC75-6E0C3E5BCD5E}" dt="2021-02-26T06:15:03.382" v="1479"/>
          <ac:spMkLst>
            <pc:docMk/>
            <pc:sldMk cId="2826593895" sldId="326"/>
            <ac:spMk id="25" creationId="{37F3ADAE-D535-4E26-8353-D9446F04716C}"/>
          </ac:spMkLst>
        </pc:spChg>
        <pc:spChg chg="del">
          <ac:chgData name="강희재" userId="5f137378-fb9e-4efa-89ca-3d5ddf85b964" providerId="ADAL" clId="{960228F3-BDB5-49BF-AC75-6E0C3E5BCD5E}" dt="2021-02-26T01:18:13.964" v="975" actId="478"/>
          <ac:spMkLst>
            <pc:docMk/>
            <pc:sldMk cId="2826593895" sldId="326"/>
            <ac:spMk id="26" creationId="{219984CE-5A5F-43E3-AF77-97B2B3124E05}"/>
          </ac:spMkLst>
        </pc:spChg>
        <pc:spChg chg="del mod">
          <ac:chgData name="강희재" userId="5f137378-fb9e-4efa-89ca-3d5ddf85b964" providerId="ADAL" clId="{960228F3-BDB5-49BF-AC75-6E0C3E5BCD5E}" dt="2021-02-26T01:18:11.756" v="974" actId="478"/>
          <ac:spMkLst>
            <pc:docMk/>
            <pc:sldMk cId="2826593895" sldId="326"/>
            <ac:spMk id="27" creationId="{21D74540-3B04-4C78-94BE-01E7695654FB}"/>
          </ac:spMkLst>
        </pc:spChg>
        <pc:spChg chg="del">
          <ac:chgData name="강희재" userId="5f137378-fb9e-4efa-89ca-3d5ddf85b964" providerId="ADAL" clId="{960228F3-BDB5-49BF-AC75-6E0C3E5BCD5E}" dt="2021-02-26T01:18:26.439" v="979" actId="478"/>
          <ac:spMkLst>
            <pc:docMk/>
            <pc:sldMk cId="2826593895" sldId="326"/>
            <ac:spMk id="30" creationId="{F9ACC4FE-DBFC-40D5-BAEE-8C8AF40A72E0}"/>
          </ac:spMkLst>
        </pc:spChg>
        <pc:spChg chg="del">
          <ac:chgData name="강희재" userId="5f137378-fb9e-4efa-89ca-3d5ddf85b964" providerId="ADAL" clId="{960228F3-BDB5-49BF-AC75-6E0C3E5BCD5E}" dt="2021-02-26T01:18:26.439" v="979" actId="478"/>
          <ac:spMkLst>
            <pc:docMk/>
            <pc:sldMk cId="2826593895" sldId="326"/>
            <ac:spMk id="32" creationId="{15686A86-5D9A-462C-90B6-CD05C783D33E}"/>
          </ac:spMkLst>
        </pc:spChg>
        <pc:spChg chg="del">
          <ac:chgData name="강희재" userId="5f137378-fb9e-4efa-89ca-3d5ddf85b964" providerId="ADAL" clId="{960228F3-BDB5-49BF-AC75-6E0C3E5BCD5E}" dt="2021-02-26T01:18:05.916" v="969" actId="478"/>
          <ac:spMkLst>
            <pc:docMk/>
            <pc:sldMk cId="2826593895" sldId="326"/>
            <ac:spMk id="33" creationId="{E1FC8612-F1BD-4E68-8F44-1FFE9ACC8992}"/>
          </ac:spMkLst>
        </pc:spChg>
        <pc:spChg chg="mod">
          <ac:chgData name="강희재" userId="5f137378-fb9e-4efa-89ca-3d5ddf85b964" providerId="ADAL" clId="{960228F3-BDB5-49BF-AC75-6E0C3E5BCD5E}" dt="2021-02-26T06:15:16.339" v="1498" actId="20577"/>
          <ac:spMkLst>
            <pc:docMk/>
            <pc:sldMk cId="2826593895" sldId="326"/>
            <ac:spMk id="35" creationId="{A8420335-A32E-4A8E-8AF4-0FD421D99EC0}"/>
          </ac:spMkLst>
        </pc:spChg>
        <pc:picChg chg="add del mod ord">
          <ac:chgData name="강희재" userId="5f137378-fb9e-4efa-89ca-3d5ddf85b964" providerId="ADAL" clId="{960228F3-BDB5-49BF-AC75-6E0C3E5BCD5E}" dt="2021-02-26T06:04:56.439" v="1183" actId="478"/>
          <ac:picMkLst>
            <pc:docMk/>
            <pc:sldMk cId="2826593895" sldId="326"/>
            <ac:picMk id="5" creationId="{F85DE844-CC61-4464-AE5E-2745551962A8}"/>
          </ac:picMkLst>
        </pc:picChg>
        <pc:picChg chg="del">
          <ac:chgData name="강희재" userId="5f137378-fb9e-4efa-89ca-3d5ddf85b964" providerId="ADAL" clId="{960228F3-BDB5-49BF-AC75-6E0C3E5BCD5E}" dt="2021-02-26T01:17:28.872" v="861" actId="478"/>
          <ac:picMkLst>
            <pc:docMk/>
            <pc:sldMk cId="2826593895" sldId="326"/>
            <ac:picMk id="7" creationId="{15E0BC48-553F-4971-A7F2-B5522A8AE142}"/>
          </ac:picMkLst>
        </pc:picChg>
        <pc:picChg chg="add mod ord">
          <ac:chgData name="강희재" userId="5f137378-fb9e-4efa-89ca-3d5ddf85b964" providerId="ADAL" clId="{960228F3-BDB5-49BF-AC75-6E0C3E5BCD5E}" dt="2021-02-26T06:04:55.690" v="1182" actId="167"/>
          <ac:picMkLst>
            <pc:docMk/>
            <pc:sldMk cId="2826593895" sldId="326"/>
            <ac:picMk id="9" creationId="{52F1706E-9430-4E19-9EE8-0FA086230911}"/>
          </ac:picMkLst>
        </pc:picChg>
        <pc:cxnChg chg="del mod">
          <ac:chgData name="강희재" userId="5f137378-fb9e-4efa-89ca-3d5ddf85b964" providerId="ADAL" clId="{960228F3-BDB5-49BF-AC75-6E0C3E5BCD5E}" dt="2021-02-26T01:18:06.266" v="970" actId="478"/>
          <ac:cxnSpMkLst>
            <pc:docMk/>
            <pc:sldMk cId="2826593895" sldId="326"/>
            <ac:cxnSpMk id="34" creationId="{D15DBB34-A34C-4A79-912C-988ADBCC6819}"/>
          </ac:cxnSpMkLst>
        </pc:cxnChg>
      </pc:sldChg>
    </pc:docChg>
  </pc:docChgLst>
  <pc:docChgLst>
    <pc:chgData name="강희재" userId="5f137378-fb9e-4efa-89ca-3d5ddf85b964" providerId="ADAL" clId="{BF3FBD49-E855-441F-9A65-0085B6F46ACB}"/>
    <pc:docChg chg="custSel modSld">
      <pc:chgData name="강희재" userId="5f137378-fb9e-4efa-89ca-3d5ddf85b964" providerId="ADAL" clId="{BF3FBD49-E855-441F-9A65-0085B6F46ACB}" dt="2021-03-31T06:59:11.011" v="6" actId="478"/>
      <pc:docMkLst>
        <pc:docMk/>
      </pc:docMkLst>
      <pc:sldChg chg="delSp mod">
        <pc:chgData name="강희재" userId="5f137378-fb9e-4efa-89ca-3d5ddf85b964" providerId="ADAL" clId="{BF3FBD49-E855-441F-9A65-0085B6F46ACB}" dt="2021-03-31T06:58:48.625" v="0" actId="478"/>
        <pc:sldMkLst>
          <pc:docMk/>
          <pc:sldMk cId="3182785965" sldId="304"/>
        </pc:sldMkLst>
        <pc:picChg chg="del">
          <ac:chgData name="강희재" userId="5f137378-fb9e-4efa-89ca-3d5ddf85b964" providerId="ADAL" clId="{BF3FBD49-E855-441F-9A65-0085B6F46ACB}" dt="2021-03-31T06:58:48.625" v="0" actId="478"/>
          <ac:picMkLst>
            <pc:docMk/>
            <pc:sldMk cId="3182785965" sldId="304"/>
            <ac:picMk id="12" creationId="{00000000-0000-0000-0000-000000000000}"/>
          </ac:picMkLst>
        </pc:picChg>
        <pc:picChg chg="del">
          <ac:chgData name="강희재" userId="5f137378-fb9e-4efa-89ca-3d5ddf85b964" providerId="ADAL" clId="{BF3FBD49-E855-441F-9A65-0085B6F46ACB}" dt="2021-03-31T06:58:48.625" v="0" actId="478"/>
          <ac:picMkLst>
            <pc:docMk/>
            <pc:sldMk cId="3182785965" sldId="304"/>
            <ac:picMk id="15" creationId="{00000000-0000-0000-0000-000000000000}"/>
          </ac:picMkLst>
        </pc:picChg>
      </pc:sldChg>
      <pc:sldChg chg="delSp mod">
        <pc:chgData name="강희재" userId="5f137378-fb9e-4efa-89ca-3d5ddf85b964" providerId="ADAL" clId="{BF3FBD49-E855-441F-9A65-0085B6F46ACB}" dt="2021-03-31T06:58:58.221" v="1" actId="478"/>
        <pc:sldMkLst>
          <pc:docMk/>
          <pc:sldMk cId="3699712288" sldId="313"/>
        </pc:sldMkLst>
        <pc:picChg chg="del">
          <ac:chgData name="강희재" userId="5f137378-fb9e-4efa-89ca-3d5ddf85b964" providerId="ADAL" clId="{BF3FBD49-E855-441F-9A65-0085B6F46ACB}" dt="2021-03-31T06:58:58.221" v="1" actId="478"/>
          <ac:picMkLst>
            <pc:docMk/>
            <pc:sldMk cId="3699712288" sldId="313"/>
            <ac:picMk id="36" creationId="{00000000-0000-0000-0000-000000000000}"/>
          </ac:picMkLst>
        </pc:picChg>
        <pc:picChg chg="del">
          <ac:chgData name="강희재" userId="5f137378-fb9e-4efa-89ca-3d5ddf85b964" providerId="ADAL" clId="{BF3FBD49-E855-441F-9A65-0085B6F46ACB}" dt="2021-03-31T06:58:58.221" v="1" actId="478"/>
          <ac:picMkLst>
            <pc:docMk/>
            <pc:sldMk cId="3699712288" sldId="313"/>
            <ac:picMk id="41" creationId="{00000000-0000-0000-0000-000000000000}"/>
          </ac:picMkLst>
        </pc:picChg>
      </pc:sldChg>
      <pc:sldChg chg="delSp modSp mod">
        <pc:chgData name="강희재" userId="5f137378-fb9e-4efa-89ca-3d5ddf85b964" providerId="ADAL" clId="{BF3FBD49-E855-441F-9A65-0085B6F46ACB}" dt="2021-03-31T06:59:00.506" v="3" actId="478"/>
        <pc:sldMkLst>
          <pc:docMk/>
          <pc:sldMk cId="2653213612" sldId="320"/>
        </pc:sldMkLst>
        <pc:picChg chg="del mod">
          <ac:chgData name="강희재" userId="5f137378-fb9e-4efa-89ca-3d5ddf85b964" providerId="ADAL" clId="{BF3FBD49-E855-441F-9A65-0085B6F46ACB}" dt="2021-03-31T06:59:00.506" v="3" actId="478"/>
          <ac:picMkLst>
            <pc:docMk/>
            <pc:sldMk cId="2653213612" sldId="320"/>
            <ac:picMk id="36" creationId="{00000000-0000-0000-0000-000000000000}"/>
          </ac:picMkLst>
        </pc:picChg>
        <pc:picChg chg="del mod">
          <ac:chgData name="강희재" userId="5f137378-fb9e-4efa-89ca-3d5ddf85b964" providerId="ADAL" clId="{BF3FBD49-E855-441F-9A65-0085B6F46ACB}" dt="2021-03-31T06:59:00.506" v="3" actId="478"/>
          <ac:picMkLst>
            <pc:docMk/>
            <pc:sldMk cId="2653213612" sldId="320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BF3FBD49-E855-441F-9A65-0085B6F46ACB}" dt="2021-03-31T06:59:03.181" v="4" actId="478"/>
        <pc:sldMkLst>
          <pc:docMk/>
          <pc:sldMk cId="3065049994" sldId="321"/>
        </pc:sldMkLst>
        <pc:picChg chg="del">
          <ac:chgData name="강희재" userId="5f137378-fb9e-4efa-89ca-3d5ddf85b964" providerId="ADAL" clId="{BF3FBD49-E855-441F-9A65-0085B6F46ACB}" dt="2021-03-31T06:59:03.181" v="4" actId="478"/>
          <ac:picMkLst>
            <pc:docMk/>
            <pc:sldMk cId="3065049994" sldId="321"/>
            <ac:picMk id="36" creationId="{00000000-0000-0000-0000-000000000000}"/>
          </ac:picMkLst>
        </pc:picChg>
        <pc:picChg chg="del">
          <ac:chgData name="강희재" userId="5f137378-fb9e-4efa-89ca-3d5ddf85b964" providerId="ADAL" clId="{BF3FBD49-E855-441F-9A65-0085B6F46ACB}" dt="2021-03-31T06:59:03.181" v="4" actId="478"/>
          <ac:picMkLst>
            <pc:docMk/>
            <pc:sldMk cId="3065049994" sldId="321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BF3FBD49-E855-441F-9A65-0085B6F46ACB}" dt="2021-03-31T06:59:08.276" v="5" actId="478"/>
        <pc:sldMkLst>
          <pc:docMk/>
          <pc:sldMk cId="4051357023" sldId="325"/>
        </pc:sldMkLst>
        <pc:picChg chg="del">
          <ac:chgData name="강희재" userId="5f137378-fb9e-4efa-89ca-3d5ddf85b964" providerId="ADAL" clId="{BF3FBD49-E855-441F-9A65-0085B6F46ACB}" dt="2021-03-31T06:59:08.276" v="5" actId="478"/>
          <ac:picMkLst>
            <pc:docMk/>
            <pc:sldMk cId="4051357023" sldId="325"/>
            <ac:picMk id="36" creationId="{00000000-0000-0000-0000-000000000000}"/>
          </ac:picMkLst>
        </pc:picChg>
        <pc:picChg chg="del">
          <ac:chgData name="강희재" userId="5f137378-fb9e-4efa-89ca-3d5ddf85b964" providerId="ADAL" clId="{BF3FBD49-E855-441F-9A65-0085B6F46ACB}" dt="2021-03-31T06:59:08.276" v="5" actId="478"/>
          <ac:picMkLst>
            <pc:docMk/>
            <pc:sldMk cId="4051357023" sldId="325"/>
            <ac:picMk id="41" creationId="{00000000-0000-0000-0000-000000000000}"/>
          </ac:picMkLst>
        </pc:picChg>
      </pc:sldChg>
      <pc:sldChg chg="delSp mod">
        <pc:chgData name="강희재" userId="5f137378-fb9e-4efa-89ca-3d5ddf85b964" providerId="ADAL" clId="{BF3FBD49-E855-441F-9A65-0085B6F46ACB}" dt="2021-03-31T06:59:11.011" v="6" actId="478"/>
        <pc:sldMkLst>
          <pc:docMk/>
          <pc:sldMk cId="2826593895" sldId="326"/>
        </pc:sldMkLst>
        <pc:picChg chg="del">
          <ac:chgData name="강희재" userId="5f137378-fb9e-4efa-89ca-3d5ddf85b964" providerId="ADAL" clId="{BF3FBD49-E855-441F-9A65-0085B6F46ACB}" dt="2021-03-31T06:59:11.011" v="6" actId="478"/>
          <ac:picMkLst>
            <pc:docMk/>
            <pc:sldMk cId="2826593895" sldId="326"/>
            <ac:picMk id="36" creationId="{00000000-0000-0000-0000-000000000000}"/>
          </ac:picMkLst>
        </pc:picChg>
        <pc:picChg chg="del">
          <ac:chgData name="강희재" userId="5f137378-fb9e-4efa-89ca-3d5ddf85b964" providerId="ADAL" clId="{BF3FBD49-E855-441F-9A65-0085B6F46ACB}" dt="2021-03-31T06:59:11.011" v="6" actId="478"/>
          <ac:picMkLst>
            <pc:docMk/>
            <pc:sldMk cId="2826593895" sldId="326"/>
            <ac:picMk id="41" creationId="{00000000-0000-0000-0000-000000000000}"/>
          </ac:picMkLst>
        </pc:picChg>
      </pc:sldChg>
    </pc:docChg>
  </pc:docChgLst>
  <pc:docChgLst>
    <pc:chgData name="강희재" userId="5f137378-fb9e-4efa-89ca-3d5ddf85b964" providerId="ADAL" clId="{037B8A42-507D-4E01-8A03-137E51FFA772}"/>
    <pc:docChg chg="undo custSel addSld delSld modSld sldOrd">
      <pc:chgData name="강희재" userId="5f137378-fb9e-4efa-89ca-3d5ddf85b964" providerId="ADAL" clId="{037B8A42-507D-4E01-8A03-137E51FFA772}" dt="2021-02-04T06:22:52.515" v="789"/>
      <pc:docMkLst>
        <pc:docMk/>
      </pc:docMkLst>
      <pc:sldChg chg="modSp mod">
        <pc:chgData name="강희재" userId="5f137378-fb9e-4efa-89ca-3d5ddf85b964" providerId="ADAL" clId="{037B8A42-507D-4E01-8A03-137E51FFA772}" dt="2021-02-04T06:07:40.414" v="20" actId="6549"/>
        <pc:sldMkLst>
          <pc:docMk/>
          <pc:sldMk cId="3182785965" sldId="304"/>
        </pc:sldMkLst>
        <pc:spChg chg="mod">
          <ac:chgData name="강희재" userId="5f137378-fb9e-4efa-89ca-3d5ddf85b964" providerId="ADAL" clId="{037B8A42-507D-4E01-8A03-137E51FFA772}" dt="2021-02-04T06:07:40.414" v="20" actId="6549"/>
          <ac:spMkLst>
            <pc:docMk/>
            <pc:sldMk cId="3182785965" sldId="304"/>
            <ac:spMk id="13" creationId="{00000000-0000-0000-0000-000000000000}"/>
          </ac:spMkLst>
        </pc:spChg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3754260212" sldId="312"/>
        </pc:sldMkLst>
      </pc:sldChg>
      <pc:sldChg chg="addSp delSp modSp mod">
        <pc:chgData name="강희재" userId="5f137378-fb9e-4efa-89ca-3d5ddf85b964" providerId="ADAL" clId="{037B8A42-507D-4E01-8A03-137E51FFA772}" dt="2021-02-04T06:22:52.515" v="789"/>
        <pc:sldMkLst>
          <pc:docMk/>
          <pc:sldMk cId="3699712288" sldId="313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3699712288" sldId="313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13:01.330" v="346" actId="207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037B8A42-507D-4E01-8A03-137E51FFA772}" dt="2021-02-04T06:08:14.162" v="29" actId="14100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08:10.298" v="28" actId="1076"/>
          <ac:spMkLst>
            <pc:docMk/>
            <pc:sldMk cId="3699712288" sldId="313"/>
            <ac:spMk id="31" creationId="{57E8ED15-2990-4A32-9173-9A188546741D}"/>
          </ac:spMkLst>
        </pc:spChg>
        <pc:picChg chg="add mod ord">
          <ac:chgData name="강희재" userId="5f137378-fb9e-4efa-89ca-3d5ddf85b964" providerId="ADAL" clId="{037B8A42-507D-4E01-8A03-137E51FFA772}" dt="2021-02-04T06:12:11.987" v="270" actId="108"/>
          <ac:picMkLst>
            <pc:docMk/>
            <pc:sldMk cId="3699712288" sldId="313"/>
            <ac:picMk id="5" creationId="{DB820451-F067-4C5B-9923-E5BC37094651}"/>
          </ac:picMkLst>
        </pc:picChg>
        <pc:picChg chg="del">
          <ac:chgData name="강희재" userId="5f137378-fb9e-4efa-89ca-3d5ddf85b964" providerId="ADAL" clId="{037B8A42-507D-4E01-8A03-137E51FFA772}" dt="2021-02-04T06:08:04.933" v="27" actId="478"/>
          <ac:picMkLst>
            <pc:docMk/>
            <pc:sldMk cId="3699712288" sldId="313"/>
            <ac:picMk id="9" creationId="{B9582270-D40B-4B25-90EE-B549A6D9A723}"/>
          </ac:picMkLst>
        </pc:picChg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792761159" sldId="314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2348688726" sldId="315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4202527181" sldId="316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2926726735" sldId="317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1092671426" sldId="318"/>
        </pc:sldMkLst>
      </pc:sldChg>
      <pc:sldChg chg="del">
        <pc:chgData name="강희재" userId="5f137378-fb9e-4efa-89ca-3d5ddf85b964" providerId="ADAL" clId="{037B8A42-507D-4E01-8A03-137E51FFA772}" dt="2021-02-04T06:21:47.780" v="699" actId="47"/>
        <pc:sldMkLst>
          <pc:docMk/>
          <pc:sldMk cId="643341179" sldId="319"/>
        </pc:sldMkLst>
      </pc:sldChg>
      <pc:sldChg chg="addSp delSp modSp add mod">
        <pc:chgData name="강희재" userId="5f137378-fb9e-4efa-89ca-3d5ddf85b964" providerId="ADAL" clId="{037B8A42-507D-4E01-8A03-137E51FFA772}" dt="2021-02-04T06:22:52.515" v="789"/>
        <pc:sldMkLst>
          <pc:docMk/>
          <pc:sldMk cId="2653213612" sldId="320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2653213612" sldId="320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11:59.542" v="264" actId="207"/>
          <ac:spMkLst>
            <pc:docMk/>
            <pc:sldMk cId="2653213612" sldId="320"/>
            <ac:spMk id="14" creationId="{523B1517-9F72-4EFA-AC15-C16BA373338C}"/>
          </ac:spMkLst>
        </pc:spChg>
        <pc:spChg chg="mod">
          <ac:chgData name="강희재" userId="5f137378-fb9e-4efa-89ca-3d5ddf85b964" providerId="ADAL" clId="{037B8A42-507D-4E01-8A03-137E51FFA772}" dt="2021-02-04T06:09:05.190" v="121" actId="14100"/>
          <ac:spMkLst>
            <pc:docMk/>
            <pc:sldMk cId="2653213612" sldId="320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09:01.343" v="120" actId="1076"/>
          <ac:spMkLst>
            <pc:docMk/>
            <pc:sldMk cId="2653213612" sldId="320"/>
            <ac:spMk id="31" creationId="{57E8ED15-2990-4A32-9173-9A188546741D}"/>
          </ac:spMkLst>
        </pc:spChg>
        <pc:picChg chg="del">
          <ac:chgData name="강희재" userId="5f137378-fb9e-4efa-89ca-3d5ddf85b964" providerId="ADAL" clId="{037B8A42-507D-4E01-8A03-137E51FFA772}" dt="2021-02-04T06:08:56.787" v="119" actId="478"/>
          <ac:picMkLst>
            <pc:docMk/>
            <pc:sldMk cId="2653213612" sldId="320"/>
            <ac:picMk id="5" creationId="{DB820451-F067-4C5B-9923-E5BC37094651}"/>
          </ac:picMkLst>
        </pc:picChg>
        <pc:picChg chg="add mod ord">
          <ac:chgData name="강희재" userId="5f137378-fb9e-4efa-89ca-3d5ddf85b964" providerId="ADAL" clId="{037B8A42-507D-4E01-8A03-137E51FFA772}" dt="2021-02-04T06:12:26.440" v="280" actId="167"/>
          <ac:picMkLst>
            <pc:docMk/>
            <pc:sldMk cId="2653213612" sldId="320"/>
            <ac:picMk id="8" creationId="{2B4FB205-174D-465C-B9C0-47F370A5E1E0}"/>
          </ac:picMkLst>
        </pc:picChg>
      </pc:sldChg>
      <pc:sldChg chg="addSp delSp modSp add mod">
        <pc:chgData name="강희재" userId="5f137378-fb9e-4efa-89ca-3d5ddf85b964" providerId="ADAL" clId="{037B8A42-507D-4E01-8A03-137E51FFA772}" dt="2021-02-04T06:22:52.515" v="789"/>
        <pc:sldMkLst>
          <pc:docMk/>
          <pc:sldMk cId="3065049994" sldId="321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3065049994" sldId="321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12:56.616" v="345" actId="207"/>
          <ac:spMkLst>
            <pc:docMk/>
            <pc:sldMk cId="3065049994" sldId="321"/>
            <ac:spMk id="14" creationId="{523B1517-9F72-4EFA-AC15-C16BA373338C}"/>
          </ac:spMkLst>
        </pc:spChg>
        <pc:spChg chg="mod">
          <ac:chgData name="강희재" userId="5f137378-fb9e-4efa-89ca-3d5ddf85b964" providerId="ADAL" clId="{037B8A42-507D-4E01-8A03-137E51FFA772}" dt="2021-02-04T06:12:46.626" v="289" actId="14100"/>
          <ac:spMkLst>
            <pc:docMk/>
            <pc:sldMk cId="3065049994" sldId="321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12:43.980" v="288" actId="1076"/>
          <ac:spMkLst>
            <pc:docMk/>
            <pc:sldMk cId="3065049994" sldId="321"/>
            <ac:spMk id="31" creationId="{57E8ED15-2990-4A32-9173-9A188546741D}"/>
          </ac:spMkLst>
        </pc:spChg>
        <pc:picChg chg="add mod ord">
          <ac:chgData name="강희재" userId="5f137378-fb9e-4efa-89ca-3d5ddf85b964" providerId="ADAL" clId="{037B8A42-507D-4E01-8A03-137E51FFA772}" dt="2021-02-04T06:12:36.782" v="286" actId="167"/>
          <ac:picMkLst>
            <pc:docMk/>
            <pc:sldMk cId="3065049994" sldId="321"/>
            <ac:picMk id="5" creationId="{6E11A620-166C-4717-BE11-298C199BA7B7}"/>
          </ac:picMkLst>
        </pc:picChg>
        <pc:picChg chg="del mod">
          <ac:chgData name="강희재" userId="5f137378-fb9e-4efa-89ca-3d5ddf85b964" providerId="ADAL" clId="{037B8A42-507D-4E01-8A03-137E51FFA772}" dt="2021-02-04T06:12:37.517" v="287" actId="478"/>
          <ac:picMkLst>
            <pc:docMk/>
            <pc:sldMk cId="3065049994" sldId="321"/>
            <ac:picMk id="8" creationId="{2B4FB205-174D-465C-B9C0-47F370A5E1E0}"/>
          </ac:picMkLst>
        </pc:picChg>
      </pc:sldChg>
      <pc:sldChg chg="addSp modSp add mod">
        <pc:chgData name="강희재" userId="5f137378-fb9e-4efa-89ca-3d5ddf85b964" providerId="ADAL" clId="{037B8A42-507D-4E01-8A03-137E51FFA772}" dt="2021-02-04T06:22:52.515" v="789"/>
        <pc:sldMkLst>
          <pc:docMk/>
          <pc:sldMk cId="3061794371" sldId="322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3061794371" sldId="322"/>
            <ac:spMk id="7" creationId="{00000000-0000-0000-0000-000000000000}"/>
          </ac:spMkLst>
        </pc:spChg>
        <pc:spChg chg="add mod">
          <ac:chgData name="강희재" userId="5f137378-fb9e-4efa-89ca-3d5ddf85b964" providerId="ADAL" clId="{037B8A42-507D-4E01-8A03-137E51FFA772}" dt="2021-02-04T06:13:43.957" v="352" actId="14100"/>
          <ac:spMkLst>
            <pc:docMk/>
            <pc:sldMk cId="3061794371" sldId="322"/>
            <ac:spMk id="16" creationId="{9AA27132-654C-48B9-A83E-62DD38855E0B}"/>
          </ac:spMkLst>
        </pc:spChg>
        <pc:spChg chg="add mod">
          <ac:chgData name="강희재" userId="5f137378-fb9e-4efa-89ca-3d5ddf85b964" providerId="ADAL" clId="{037B8A42-507D-4E01-8A03-137E51FFA772}" dt="2021-02-04T06:13:33.340" v="350" actId="1076"/>
          <ac:spMkLst>
            <pc:docMk/>
            <pc:sldMk cId="3061794371" sldId="322"/>
            <ac:spMk id="17" creationId="{4F956341-D4CF-485F-8C38-72DAAF481D68}"/>
          </ac:spMkLst>
        </pc:spChg>
        <pc:spChg chg="add mod">
          <ac:chgData name="강희재" userId="5f137378-fb9e-4efa-89ca-3d5ddf85b964" providerId="ADAL" clId="{037B8A42-507D-4E01-8A03-137E51FFA772}" dt="2021-02-04T06:13:29.472" v="349"/>
          <ac:spMkLst>
            <pc:docMk/>
            <pc:sldMk cId="3061794371" sldId="322"/>
            <ac:spMk id="18" creationId="{D56D349F-342A-488C-926B-0AC772135F8D}"/>
          </ac:spMkLst>
        </pc:spChg>
        <pc:spChg chg="add mod">
          <ac:chgData name="강희재" userId="5f137378-fb9e-4efa-89ca-3d5ddf85b964" providerId="ADAL" clId="{037B8A42-507D-4E01-8A03-137E51FFA772}" dt="2021-02-04T06:14:00.075" v="455"/>
          <ac:spMkLst>
            <pc:docMk/>
            <pc:sldMk cId="3061794371" sldId="322"/>
            <ac:spMk id="19" creationId="{BBBF6D6B-9012-4B81-9695-0B88105228F7}"/>
          </ac:spMkLst>
        </pc:spChg>
      </pc:sldChg>
      <pc:sldChg chg="addSp delSp modSp add mod">
        <pc:chgData name="강희재" userId="5f137378-fb9e-4efa-89ca-3d5ddf85b964" providerId="ADAL" clId="{037B8A42-507D-4E01-8A03-137E51FFA772}" dt="2021-02-04T06:22:52.515" v="789"/>
        <pc:sldMkLst>
          <pc:docMk/>
          <pc:sldMk cId="513514256" sldId="323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513514256" sldId="323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20:20.396" v="697"/>
          <ac:spMkLst>
            <pc:docMk/>
            <pc:sldMk cId="513514256" sldId="323"/>
            <ac:spMk id="14" creationId="{523B1517-9F72-4EFA-AC15-C16BA373338C}"/>
          </ac:spMkLst>
        </pc:spChg>
        <pc:spChg chg="del">
          <ac:chgData name="강희재" userId="5f137378-fb9e-4efa-89ca-3d5ddf85b964" providerId="ADAL" clId="{037B8A42-507D-4E01-8A03-137E51FFA772}" dt="2021-02-04T06:16:24.310" v="467" actId="478"/>
          <ac:spMkLst>
            <pc:docMk/>
            <pc:sldMk cId="513514256" sldId="323"/>
            <ac:spMk id="16" creationId="{9AA27132-654C-48B9-A83E-62DD38855E0B}"/>
          </ac:spMkLst>
        </pc:spChg>
        <pc:spChg chg="del">
          <ac:chgData name="강희재" userId="5f137378-fb9e-4efa-89ca-3d5ddf85b964" providerId="ADAL" clId="{037B8A42-507D-4E01-8A03-137E51FFA772}" dt="2021-02-04T06:16:23.442" v="466" actId="478"/>
          <ac:spMkLst>
            <pc:docMk/>
            <pc:sldMk cId="513514256" sldId="323"/>
            <ac:spMk id="17" creationId="{4F956341-D4CF-485F-8C38-72DAAF481D68}"/>
          </ac:spMkLst>
        </pc:spChg>
        <pc:spChg chg="del">
          <ac:chgData name="강희재" userId="5f137378-fb9e-4efa-89ca-3d5ddf85b964" providerId="ADAL" clId="{037B8A42-507D-4E01-8A03-137E51FFA772}" dt="2021-02-04T06:19:46.699" v="569" actId="478"/>
          <ac:spMkLst>
            <pc:docMk/>
            <pc:sldMk cId="513514256" sldId="323"/>
            <ac:spMk id="18" creationId="{D56D349F-342A-488C-926B-0AC772135F8D}"/>
          </ac:spMkLst>
        </pc:spChg>
        <pc:spChg chg="del">
          <ac:chgData name="강희재" userId="5f137378-fb9e-4efa-89ca-3d5ddf85b964" providerId="ADAL" clId="{037B8A42-507D-4E01-8A03-137E51FFA772}" dt="2021-02-04T06:19:46.699" v="569" actId="478"/>
          <ac:spMkLst>
            <pc:docMk/>
            <pc:sldMk cId="513514256" sldId="323"/>
            <ac:spMk id="19" creationId="{BBBF6D6B-9012-4B81-9695-0B88105228F7}"/>
          </ac:spMkLst>
        </pc:spChg>
        <pc:spChg chg="mod">
          <ac:chgData name="강희재" userId="5f137378-fb9e-4efa-89ca-3d5ddf85b964" providerId="ADAL" clId="{037B8A42-507D-4E01-8A03-137E51FFA772}" dt="2021-02-04T06:16:44.640" v="468" actId="1076"/>
          <ac:spMkLst>
            <pc:docMk/>
            <pc:sldMk cId="513514256" sldId="323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16:44.640" v="468" actId="1076"/>
          <ac:spMkLst>
            <pc:docMk/>
            <pc:sldMk cId="513514256" sldId="323"/>
            <ac:spMk id="31" creationId="{57E8ED15-2990-4A32-9173-9A188546741D}"/>
          </ac:spMkLst>
        </pc:spChg>
        <pc:picChg chg="del">
          <ac:chgData name="강희재" userId="5f137378-fb9e-4efa-89ca-3d5ddf85b964" providerId="ADAL" clId="{037B8A42-507D-4E01-8A03-137E51FFA772}" dt="2021-02-04T06:16:20.653" v="465" actId="478"/>
          <ac:picMkLst>
            <pc:docMk/>
            <pc:sldMk cId="513514256" sldId="323"/>
            <ac:picMk id="5" creationId="{6E11A620-166C-4717-BE11-298C199BA7B7}"/>
          </ac:picMkLst>
        </pc:picChg>
        <pc:picChg chg="add mod ord">
          <ac:chgData name="강희재" userId="5f137378-fb9e-4efa-89ca-3d5ddf85b964" providerId="ADAL" clId="{037B8A42-507D-4E01-8A03-137E51FFA772}" dt="2021-02-04T06:16:19.637" v="464" actId="167"/>
          <ac:picMkLst>
            <pc:docMk/>
            <pc:sldMk cId="513514256" sldId="323"/>
            <ac:picMk id="8" creationId="{B8AAF945-7992-48C9-BD96-600234720FCC}"/>
          </ac:picMkLst>
        </pc:picChg>
        <pc:picChg chg="add del">
          <ac:chgData name="강희재" userId="5f137378-fb9e-4efa-89ca-3d5ddf85b964" providerId="ADAL" clId="{037B8A42-507D-4E01-8A03-137E51FFA772}" dt="2021-02-04T06:16:47.819" v="470" actId="22"/>
          <ac:picMkLst>
            <pc:docMk/>
            <pc:sldMk cId="513514256" sldId="323"/>
            <ac:picMk id="12" creationId="{67352833-0806-4252-87B7-7A24CBC5FA72}"/>
          </ac:picMkLst>
        </pc:picChg>
        <pc:picChg chg="add mod">
          <ac:chgData name="강희재" userId="5f137378-fb9e-4efa-89ca-3d5ddf85b964" providerId="ADAL" clId="{037B8A42-507D-4E01-8A03-137E51FFA772}" dt="2021-02-04T06:17:12.509" v="477" actId="1076"/>
          <ac:picMkLst>
            <pc:docMk/>
            <pc:sldMk cId="513514256" sldId="323"/>
            <ac:picMk id="20" creationId="{1368E1FB-5D23-4ED6-A1C3-DA4F82C6F8C6}"/>
          </ac:picMkLst>
        </pc:picChg>
        <pc:cxnChg chg="add mod">
          <ac:chgData name="강희재" userId="5f137378-fb9e-4efa-89ca-3d5ddf85b964" providerId="ADAL" clId="{037B8A42-507D-4E01-8A03-137E51FFA772}" dt="2021-02-04T06:17:34.666" v="480" actId="1582"/>
          <ac:cxnSpMkLst>
            <pc:docMk/>
            <pc:sldMk cId="513514256" sldId="323"/>
            <ac:cxnSpMk id="22" creationId="{6D241B18-CCE1-4952-8293-43A359448444}"/>
          </ac:cxnSpMkLst>
        </pc:cxnChg>
      </pc:sldChg>
      <pc:sldChg chg="addSp delSp modSp add mod ord">
        <pc:chgData name="강희재" userId="5f137378-fb9e-4efa-89ca-3d5ddf85b964" providerId="ADAL" clId="{037B8A42-507D-4E01-8A03-137E51FFA772}" dt="2021-02-04T06:22:52.515" v="789"/>
        <pc:sldMkLst>
          <pc:docMk/>
          <pc:sldMk cId="4010864646" sldId="324"/>
        </pc:sldMkLst>
        <pc:spChg chg="mod">
          <ac:chgData name="강희재" userId="5f137378-fb9e-4efa-89ca-3d5ddf85b964" providerId="ADAL" clId="{037B8A42-507D-4E01-8A03-137E51FFA772}" dt="2021-02-04T06:22:52.515" v="789"/>
          <ac:spMkLst>
            <pc:docMk/>
            <pc:sldMk cId="4010864646" sldId="324"/>
            <ac:spMk id="7" creationId="{00000000-0000-0000-0000-000000000000}"/>
          </ac:spMkLst>
        </pc:spChg>
        <pc:spChg chg="mod">
          <ac:chgData name="강희재" userId="5f137378-fb9e-4efa-89ca-3d5ddf85b964" providerId="ADAL" clId="{037B8A42-507D-4E01-8A03-137E51FFA772}" dt="2021-02-04T06:22:38.412" v="788"/>
          <ac:spMkLst>
            <pc:docMk/>
            <pc:sldMk cId="4010864646" sldId="324"/>
            <ac:spMk id="14" creationId="{523B1517-9F72-4EFA-AC15-C16BA373338C}"/>
          </ac:spMkLst>
        </pc:spChg>
        <pc:spChg chg="del">
          <ac:chgData name="강희재" userId="5f137378-fb9e-4efa-89ca-3d5ddf85b964" providerId="ADAL" clId="{037B8A42-507D-4E01-8A03-137E51FFA772}" dt="2021-02-04T06:22:12.423" v="712" actId="478"/>
          <ac:spMkLst>
            <pc:docMk/>
            <pc:sldMk cId="4010864646" sldId="324"/>
            <ac:spMk id="16" creationId="{9AA27132-654C-48B9-A83E-62DD38855E0B}"/>
          </ac:spMkLst>
        </pc:spChg>
        <pc:spChg chg="del">
          <ac:chgData name="강희재" userId="5f137378-fb9e-4efa-89ca-3d5ddf85b964" providerId="ADAL" clId="{037B8A42-507D-4E01-8A03-137E51FFA772}" dt="2021-02-04T06:22:11.871" v="711" actId="478"/>
          <ac:spMkLst>
            <pc:docMk/>
            <pc:sldMk cId="4010864646" sldId="324"/>
            <ac:spMk id="17" creationId="{4F956341-D4CF-485F-8C38-72DAAF481D68}"/>
          </ac:spMkLst>
        </pc:spChg>
        <pc:spChg chg="del">
          <ac:chgData name="강희재" userId="5f137378-fb9e-4efa-89ca-3d5ddf85b964" providerId="ADAL" clId="{037B8A42-507D-4E01-8A03-137E51FFA772}" dt="2021-02-04T06:22:29.539" v="715" actId="478"/>
          <ac:spMkLst>
            <pc:docMk/>
            <pc:sldMk cId="4010864646" sldId="324"/>
            <ac:spMk id="18" creationId="{D56D349F-342A-488C-926B-0AC772135F8D}"/>
          </ac:spMkLst>
        </pc:spChg>
        <pc:spChg chg="del">
          <ac:chgData name="강희재" userId="5f137378-fb9e-4efa-89ca-3d5ddf85b964" providerId="ADAL" clId="{037B8A42-507D-4E01-8A03-137E51FFA772}" dt="2021-02-04T06:22:29.539" v="715" actId="478"/>
          <ac:spMkLst>
            <pc:docMk/>
            <pc:sldMk cId="4010864646" sldId="324"/>
            <ac:spMk id="19" creationId="{BBBF6D6B-9012-4B81-9695-0B88105228F7}"/>
          </ac:spMkLst>
        </pc:spChg>
        <pc:spChg chg="mod">
          <ac:chgData name="강희재" userId="5f137378-fb9e-4efa-89ca-3d5ddf85b964" providerId="ADAL" clId="{037B8A42-507D-4E01-8A03-137E51FFA772}" dt="2021-02-04T06:22:19.947" v="714" actId="14100"/>
          <ac:spMkLst>
            <pc:docMk/>
            <pc:sldMk cId="4010864646" sldId="324"/>
            <ac:spMk id="24" creationId="{5A2879F5-08A6-4EDD-AAE8-EE480C8643C0}"/>
          </ac:spMkLst>
        </pc:spChg>
        <pc:spChg chg="mod">
          <ac:chgData name="강희재" userId="5f137378-fb9e-4efa-89ca-3d5ddf85b964" providerId="ADAL" clId="{037B8A42-507D-4E01-8A03-137E51FFA772}" dt="2021-02-04T06:22:16.247" v="713" actId="1076"/>
          <ac:spMkLst>
            <pc:docMk/>
            <pc:sldMk cId="4010864646" sldId="324"/>
            <ac:spMk id="31" creationId="{57E8ED15-2990-4A32-9173-9A188546741D}"/>
          </ac:spMkLst>
        </pc:spChg>
        <pc:picChg chg="del">
          <ac:chgData name="강희재" userId="5f137378-fb9e-4efa-89ca-3d5ddf85b964" providerId="ADAL" clId="{037B8A42-507D-4E01-8A03-137E51FFA772}" dt="2021-02-04T06:22:09.922" v="710" actId="478"/>
          <ac:picMkLst>
            <pc:docMk/>
            <pc:sldMk cId="4010864646" sldId="324"/>
            <ac:picMk id="5" creationId="{6E11A620-166C-4717-BE11-298C199BA7B7}"/>
          </ac:picMkLst>
        </pc:picChg>
        <pc:picChg chg="add mod ord">
          <ac:chgData name="강희재" userId="5f137378-fb9e-4efa-89ca-3d5ddf85b964" providerId="ADAL" clId="{037B8A42-507D-4E01-8A03-137E51FFA772}" dt="2021-02-04T06:22:08.996" v="709" actId="167"/>
          <ac:picMkLst>
            <pc:docMk/>
            <pc:sldMk cId="4010864646" sldId="324"/>
            <ac:picMk id="8" creationId="{D38364AC-C83B-46FE-A5E4-51A01FC9FCDF}"/>
          </ac:picMkLst>
        </pc:picChg>
      </pc:sldChg>
    </pc:docChg>
  </pc:docChgLst>
  <pc:docChgLst>
    <pc:chgData name="강희재" userId="5f137378-fb9e-4efa-89ca-3d5ddf85b964" providerId="ADAL" clId="{670A3107-CC4E-4DBE-855E-71F6E8911ED4}"/>
    <pc:docChg chg="custSel addSld delSld modSld">
      <pc:chgData name="강희재" userId="5f137378-fb9e-4efa-89ca-3d5ddf85b964" providerId="ADAL" clId="{670A3107-CC4E-4DBE-855E-71F6E8911ED4}" dt="2021-02-01T05:37:22.030" v="357" actId="20577"/>
      <pc:docMkLst>
        <pc:docMk/>
      </pc:docMkLst>
      <pc:sldChg chg="del">
        <pc:chgData name="강희재" userId="5f137378-fb9e-4efa-89ca-3d5ddf85b964" providerId="ADAL" clId="{670A3107-CC4E-4DBE-855E-71F6E8911ED4}" dt="2021-02-01T05:37:07.427" v="337" actId="47"/>
        <pc:sldMkLst>
          <pc:docMk/>
          <pc:sldMk cId="1152526190" sldId="306"/>
        </pc:sldMkLst>
      </pc:sldChg>
      <pc:sldChg chg="del">
        <pc:chgData name="강희재" userId="5f137378-fb9e-4efa-89ca-3d5ddf85b964" providerId="ADAL" clId="{670A3107-CC4E-4DBE-855E-71F6E8911ED4}" dt="2021-02-01T05:34:03.477" v="270" actId="47"/>
        <pc:sldMkLst>
          <pc:docMk/>
          <pc:sldMk cId="3267967954" sldId="307"/>
        </pc:sldMkLst>
      </pc:sldChg>
      <pc:sldChg chg="del">
        <pc:chgData name="강희재" userId="5f137378-fb9e-4efa-89ca-3d5ddf85b964" providerId="ADAL" clId="{670A3107-CC4E-4DBE-855E-71F6E8911ED4}" dt="2021-02-01T05:30:34.457" v="26" actId="47"/>
        <pc:sldMkLst>
          <pc:docMk/>
          <pc:sldMk cId="1878539657" sldId="308"/>
        </pc:sldMkLst>
      </pc:sldChg>
      <pc:sldChg chg="del">
        <pc:chgData name="강희재" userId="5f137378-fb9e-4efa-89ca-3d5ddf85b964" providerId="ADAL" clId="{670A3107-CC4E-4DBE-855E-71F6E8911ED4}" dt="2021-02-01T05:30:17.257" v="24" actId="47"/>
        <pc:sldMkLst>
          <pc:docMk/>
          <pc:sldMk cId="2365907134" sldId="309"/>
        </pc:sldMkLst>
      </pc:sldChg>
      <pc:sldChg chg="modSp mod">
        <pc:chgData name="강희재" userId="5f137378-fb9e-4efa-89ca-3d5ddf85b964" providerId="ADAL" clId="{670A3107-CC4E-4DBE-855E-71F6E8911ED4}" dt="2021-02-01T05:33:40.911" v="264" actId="404"/>
        <pc:sldMkLst>
          <pc:docMk/>
          <pc:sldMk cId="550299942" sldId="310"/>
        </pc:sldMkLst>
        <pc:spChg chg="mod">
          <ac:chgData name="강희재" userId="5f137378-fb9e-4efa-89ca-3d5ddf85b964" providerId="ADAL" clId="{670A3107-CC4E-4DBE-855E-71F6E8911ED4}" dt="2021-02-01T05:33:40.911" v="264" actId="404"/>
          <ac:spMkLst>
            <pc:docMk/>
            <pc:sldMk cId="550299942" sldId="310"/>
            <ac:spMk id="29" creationId="{F09AF341-2E0D-44D2-95BA-CFA025910D9E}"/>
          </ac:spMkLst>
        </pc:spChg>
      </pc:sldChg>
      <pc:sldChg chg="addSp delSp modSp mod">
        <pc:chgData name="강희재" userId="5f137378-fb9e-4efa-89ca-3d5ddf85b964" providerId="ADAL" clId="{670A3107-CC4E-4DBE-855E-71F6E8911ED4}" dt="2021-02-01T05:33:31.613" v="263" actId="404"/>
        <pc:sldMkLst>
          <pc:docMk/>
          <pc:sldMk cId="2747845619" sldId="311"/>
        </pc:sldMkLst>
        <pc:spChg chg="mod">
          <ac:chgData name="강희재" userId="5f137378-fb9e-4efa-89ca-3d5ddf85b964" providerId="ADAL" clId="{670A3107-CC4E-4DBE-855E-71F6E8911ED4}" dt="2021-02-01T05:33:31.613" v="263" actId="404"/>
          <ac:spMkLst>
            <pc:docMk/>
            <pc:sldMk cId="2747845619" sldId="311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10:10.681" v="10" actId="14100"/>
          <ac:spMkLst>
            <pc:docMk/>
            <pc:sldMk cId="2747845619" sldId="311"/>
            <ac:spMk id="17" creationId="{0B861322-B5F2-44DA-809B-525FE027E684}"/>
          </ac:spMkLst>
        </pc:spChg>
        <pc:spChg chg="del">
          <ac:chgData name="강희재" userId="5f137378-fb9e-4efa-89ca-3d5ddf85b964" providerId="ADAL" clId="{670A3107-CC4E-4DBE-855E-71F6E8911ED4}" dt="2021-02-01T05:30:03.239" v="22" actId="478"/>
          <ac:spMkLst>
            <pc:docMk/>
            <pc:sldMk cId="2747845619" sldId="311"/>
            <ac:spMk id="20" creationId="{B8DDE902-111D-4767-AD7A-55410EDE26DE}"/>
          </ac:spMkLst>
        </pc:spChg>
        <pc:spChg chg="mod">
          <ac:chgData name="강희재" userId="5f137378-fb9e-4efa-89ca-3d5ddf85b964" providerId="ADAL" clId="{670A3107-CC4E-4DBE-855E-71F6E8911ED4}" dt="2021-02-01T05:30:01.566" v="21" actId="14100"/>
          <ac:spMkLst>
            <pc:docMk/>
            <pc:sldMk cId="2747845619" sldId="311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0:30.369" v="25"/>
          <ac:spMkLst>
            <pc:docMk/>
            <pc:sldMk cId="2747845619" sldId="311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10:04.754" v="8" actId="478"/>
          <ac:picMkLst>
            <pc:docMk/>
            <pc:sldMk cId="2747845619" sldId="311"/>
            <ac:picMk id="5" creationId="{571469B1-168F-4446-837F-55A74E2C5E0C}"/>
          </ac:picMkLst>
        </pc:picChg>
        <pc:picChg chg="del">
          <ac:chgData name="강희재" userId="5f137378-fb9e-4efa-89ca-3d5ddf85b964" providerId="ADAL" clId="{670A3107-CC4E-4DBE-855E-71F6E8911ED4}" dt="2021-02-01T05:29:45.324" v="19" actId="478"/>
          <ac:picMkLst>
            <pc:docMk/>
            <pc:sldMk cId="2747845619" sldId="311"/>
            <ac:picMk id="9" creationId="{1EA4E325-09DD-425B-B869-173E4CC4B0EC}"/>
          </ac:picMkLst>
        </pc:picChg>
        <pc:picChg chg="add mod ord">
          <ac:chgData name="강희재" userId="5f137378-fb9e-4efa-89ca-3d5ddf85b964" providerId="ADAL" clId="{670A3107-CC4E-4DBE-855E-71F6E8911ED4}" dt="2021-02-01T05:10:03.053" v="7" actId="167"/>
          <ac:picMkLst>
            <pc:docMk/>
            <pc:sldMk cId="2747845619" sldId="311"/>
            <ac:picMk id="22" creationId="{90DB8A2C-E0D2-479D-B423-4F000892CCEA}"/>
          </ac:picMkLst>
        </pc:picChg>
        <pc:picChg chg="add mod ord">
          <ac:chgData name="강희재" userId="5f137378-fb9e-4efa-89ca-3d5ddf85b964" providerId="ADAL" clId="{670A3107-CC4E-4DBE-855E-71F6E8911ED4}" dt="2021-02-01T05:30:04.341" v="23" actId="167"/>
          <ac:picMkLst>
            <pc:docMk/>
            <pc:sldMk cId="2747845619" sldId="311"/>
            <ac:picMk id="24" creationId="{4A54D2B1-4469-47C0-9A56-2CD5AB3E02D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3:57.801" v="269" actId="20577"/>
        <pc:sldMkLst>
          <pc:docMk/>
          <pc:sldMk cId="3754260212" sldId="312"/>
        </pc:sldMkLst>
        <pc:spChg chg="mod">
          <ac:chgData name="강희재" userId="5f137378-fb9e-4efa-89ca-3d5ddf85b964" providerId="ADAL" clId="{670A3107-CC4E-4DBE-855E-71F6E8911ED4}" dt="2021-02-01T05:32:10.902" v="62"/>
          <ac:spMkLst>
            <pc:docMk/>
            <pc:sldMk cId="3754260212" sldId="312"/>
            <ac:spMk id="14" creationId="{523B1517-9F72-4EFA-AC15-C16BA373338C}"/>
          </ac:spMkLst>
        </pc:spChg>
        <pc:spChg chg="del">
          <ac:chgData name="강희재" userId="5f137378-fb9e-4efa-89ca-3d5ddf85b964" providerId="ADAL" clId="{670A3107-CC4E-4DBE-855E-71F6E8911ED4}" dt="2021-02-01T05:31:28.931" v="37" actId="478"/>
          <ac:spMkLst>
            <pc:docMk/>
            <pc:sldMk cId="3754260212" sldId="312"/>
            <ac:spMk id="17" creationId="{0B861322-B5F2-44DA-809B-525FE027E684}"/>
          </ac:spMkLst>
        </pc:spChg>
        <pc:spChg chg="mod">
          <ac:chgData name="강희재" userId="5f137378-fb9e-4efa-89ca-3d5ddf85b964" providerId="ADAL" clId="{670A3107-CC4E-4DBE-855E-71F6E8911ED4}" dt="2021-02-01T05:32:01.537" v="50" actId="14100"/>
          <ac:spMkLst>
            <pc:docMk/>
            <pc:sldMk cId="3754260212" sldId="312"/>
            <ac:spMk id="21" creationId="{AB782E37-24C0-4FE5-B274-C014065F91A1}"/>
          </ac:spMkLst>
        </pc:spChg>
        <pc:spChg chg="mod">
          <ac:chgData name="강희재" userId="5f137378-fb9e-4efa-89ca-3d5ddf85b964" providerId="ADAL" clId="{670A3107-CC4E-4DBE-855E-71F6E8911ED4}" dt="2021-02-01T05:33:57.801" v="269" actId="20577"/>
          <ac:spMkLst>
            <pc:docMk/>
            <pc:sldMk cId="3754260212" sldId="312"/>
            <ac:spMk id="29" creationId="{F09AF341-2E0D-44D2-95BA-CFA025910D9E}"/>
          </ac:spMkLst>
        </pc:spChg>
        <pc:picChg chg="del">
          <ac:chgData name="강희재" userId="5f137378-fb9e-4efa-89ca-3d5ddf85b964" providerId="ADAL" clId="{670A3107-CC4E-4DBE-855E-71F6E8911ED4}" dt="2021-02-01T05:31:25.992" v="36" actId="478"/>
          <ac:picMkLst>
            <pc:docMk/>
            <pc:sldMk cId="3754260212" sldId="312"/>
            <ac:picMk id="22" creationId="{90DB8A2C-E0D2-479D-B423-4F000892CCEA}"/>
          </ac:picMkLst>
        </pc:picChg>
        <pc:picChg chg="del">
          <ac:chgData name="강희재" userId="5f137378-fb9e-4efa-89ca-3d5ddf85b964" providerId="ADAL" clId="{670A3107-CC4E-4DBE-855E-71F6E8911ED4}" dt="2021-02-01T05:31:52.225" v="47" actId="478"/>
          <ac:picMkLst>
            <pc:docMk/>
            <pc:sldMk cId="3754260212" sldId="312"/>
            <ac:picMk id="24" creationId="{4A54D2B1-4469-47C0-9A56-2CD5AB3E02D9}"/>
          </ac:picMkLst>
        </pc:picChg>
        <pc:picChg chg="add mod ord">
          <ac:chgData name="강희재" userId="5f137378-fb9e-4efa-89ca-3d5ddf85b964" providerId="ADAL" clId="{670A3107-CC4E-4DBE-855E-71F6E8911ED4}" dt="2021-02-01T05:31:53.702" v="48" actId="167"/>
          <ac:picMkLst>
            <pc:docMk/>
            <pc:sldMk cId="3754260212" sldId="312"/>
            <ac:picMk id="25" creationId="{787237D0-F85A-428D-A359-CA1631AD4B5A}"/>
          </ac:picMkLst>
        </pc:picChg>
        <pc:picChg chg="add mod ord">
          <ac:chgData name="강희재" userId="5f137378-fb9e-4efa-89ca-3d5ddf85b964" providerId="ADAL" clId="{670A3107-CC4E-4DBE-855E-71F6E8911ED4}" dt="2021-02-01T05:31:50.980" v="46" actId="167"/>
          <ac:picMkLst>
            <pc:docMk/>
            <pc:sldMk cId="3754260212" sldId="312"/>
            <ac:picMk id="26" creationId="{4EEA05F8-6F52-4EBB-8CB7-3DC1166E1C89}"/>
          </ac:picMkLst>
        </pc:picChg>
      </pc:sldChg>
      <pc:sldChg chg="addSp delSp modSp add mod">
        <pc:chgData name="강희재" userId="5f137378-fb9e-4efa-89ca-3d5ddf85b964" providerId="ADAL" clId="{670A3107-CC4E-4DBE-855E-71F6E8911ED4}" dt="2021-02-01T05:37:22.030" v="357" actId="20577"/>
        <pc:sldMkLst>
          <pc:docMk/>
          <pc:sldMk cId="3699712288" sldId="313"/>
        </pc:sldMkLst>
        <pc:spChg chg="mod">
          <ac:chgData name="강희재" userId="5f137378-fb9e-4efa-89ca-3d5ddf85b964" providerId="ADAL" clId="{670A3107-CC4E-4DBE-855E-71F6E8911ED4}" dt="2021-02-01T05:36:36.372" v="293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670A3107-CC4E-4DBE-855E-71F6E8911ED4}" dt="2021-02-01T05:36:14.484" v="288" actId="14100"/>
          <ac:spMkLst>
            <pc:docMk/>
            <pc:sldMk cId="3699712288" sldId="313"/>
            <ac:spMk id="21" creationId="{AB782E37-24C0-4FE5-B274-C014065F91A1}"/>
          </ac:spMkLst>
        </pc:spChg>
        <pc:spChg chg="add mod">
          <ac:chgData name="강희재" userId="5f137378-fb9e-4efa-89ca-3d5ddf85b964" providerId="ADAL" clId="{670A3107-CC4E-4DBE-855E-71F6E8911ED4}" dt="2021-02-01T05:36:29.586" v="292" actId="14100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670A3107-CC4E-4DBE-855E-71F6E8911ED4}" dt="2021-02-01T05:37:22.030" v="357" actId="20577"/>
          <ac:spMkLst>
            <pc:docMk/>
            <pc:sldMk cId="3699712288" sldId="313"/>
            <ac:spMk id="29" creationId="{F09AF341-2E0D-44D2-95BA-CFA025910D9E}"/>
          </ac:spMkLst>
        </pc:spChg>
        <pc:picChg chg="add mod ord">
          <ac:chgData name="강희재" userId="5f137378-fb9e-4efa-89ca-3d5ddf85b964" providerId="ADAL" clId="{670A3107-CC4E-4DBE-855E-71F6E8911ED4}" dt="2021-02-01T05:35:49.986" v="278" actId="167"/>
          <ac:picMkLst>
            <pc:docMk/>
            <pc:sldMk cId="3699712288" sldId="313"/>
            <ac:picMk id="20" creationId="{AD1211A4-D6B0-4243-8CBA-89814ADBD567}"/>
          </ac:picMkLst>
        </pc:picChg>
        <pc:picChg chg="add mod ord">
          <ac:chgData name="강희재" userId="5f137378-fb9e-4efa-89ca-3d5ddf85b964" providerId="ADAL" clId="{670A3107-CC4E-4DBE-855E-71F6E8911ED4}" dt="2021-02-01T05:36:06.066" v="285" actId="167"/>
          <ac:picMkLst>
            <pc:docMk/>
            <pc:sldMk cId="3699712288" sldId="313"/>
            <ac:picMk id="22" creationId="{2CD4A8C9-B03A-4541-A1E3-4EAC7B69D88D}"/>
          </ac:picMkLst>
        </pc:picChg>
        <pc:picChg chg="del">
          <ac:chgData name="강희재" userId="5f137378-fb9e-4efa-89ca-3d5ddf85b964" providerId="ADAL" clId="{670A3107-CC4E-4DBE-855E-71F6E8911ED4}" dt="2021-02-01T05:35:50.666" v="279" actId="478"/>
          <ac:picMkLst>
            <pc:docMk/>
            <pc:sldMk cId="3699712288" sldId="313"/>
            <ac:picMk id="25" creationId="{787237D0-F85A-428D-A359-CA1631AD4B5A}"/>
          </ac:picMkLst>
        </pc:picChg>
        <pc:picChg chg="del">
          <ac:chgData name="강희재" userId="5f137378-fb9e-4efa-89ca-3d5ddf85b964" providerId="ADAL" clId="{670A3107-CC4E-4DBE-855E-71F6E8911ED4}" dt="2021-02-01T05:36:06.898" v="286" actId="478"/>
          <ac:picMkLst>
            <pc:docMk/>
            <pc:sldMk cId="3699712288" sldId="313"/>
            <ac:picMk id="26" creationId="{4EEA05F8-6F52-4EBB-8CB7-3DC1166E1C89}"/>
          </ac:picMkLst>
        </pc:picChg>
      </pc:sldChg>
    </pc:docChg>
  </pc:docChgLst>
  <pc:docChgLst>
    <pc:chgData name="강희재" userId="5f137378-fb9e-4efa-89ca-3d5ddf85b964" providerId="ADAL" clId="{274CB812-72A6-4D96-9FA8-C89BF18B5BB0}"/>
    <pc:docChg chg="undo custSel addSld delSld modSld">
      <pc:chgData name="강희재" userId="5f137378-fb9e-4efa-89ca-3d5ddf85b964" providerId="ADAL" clId="{274CB812-72A6-4D96-9FA8-C89BF18B5BB0}" dt="2021-02-24T05:36:45.027" v="1590" actId="20577"/>
      <pc:docMkLst>
        <pc:docMk/>
      </pc:docMkLst>
      <pc:sldChg chg="modSp mod">
        <pc:chgData name="강희재" userId="5f137378-fb9e-4efa-89ca-3d5ddf85b964" providerId="ADAL" clId="{274CB812-72A6-4D96-9FA8-C89BF18B5BB0}" dt="2021-02-24T04:02:11.327" v="23" actId="404"/>
        <pc:sldMkLst>
          <pc:docMk/>
          <pc:sldMk cId="3182785965" sldId="304"/>
        </pc:sldMkLst>
        <pc:spChg chg="mod">
          <ac:chgData name="강희재" userId="5f137378-fb9e-4efa-89ca-3d5ddf85b964" providerId="ADAL" clId="{274CB812-72A6-4D96-9FA8-C89BF18B5BB0}" dt="2021-02-24T04:02:11.327" v="23" actId="404"/>
          <ac:spMkLst>
            <pc:docMk/>
            <pc:sldMk cId="3182785965" sldId="304"/>
            <ac:spMk id="13" creationId="{00000000-0000-0000-0000-000000000000}"/>
          </ac:spMkLst>
        </pc:spChg>
      </pc:sldChg>
      <pc:sldChg chg="addSp delSp modSp mod">
        <pc:chgData name="강희재" userId="5f137378-fb9e-4efa-89ca-3d5ddf85b964" providerId="ADAL" clId="{274CB812-72A6-4D96-9FA8-C89BF18B5BB0}" dt="2021-02-24T04:02:43.833" v="49" actId="478"/>
        <pc:sldMkLst>
          <pc:docMk/>
          <pc:sldMk cId="3699712288" sldId="313"/>
        </pc:sldMkLst>
        <pc:spChg chg="mod">
          <ac:chgData name="강희재" userId="5f137378-fb9e-4efa-89ca-3d5ddf85b964" providerId="ADAL" clId="{274CB812-72A6-4D96-9FA8-C89BF18B5BB0}" dt="2021-02-24T04:02:21.144" v="45" actId="404"/>
          <ac:spMkLst>
            <pc:docMk/>
            <pc:sldMk cId="3699712288" sldId="313"/>
            <ac:spMk id="7" creationId="{00000000-0000-0000-0000-000000000000}"/>
          </ac:spMkLst>
        </pc:spChg>
        <pc:cxnChg chg="add del mod">
          <ac:chgData name="강희재" userId="5f137378-fb9e-4efa-89ca-3d5ddf85b964" providerId="ADAL" clId="{274CB812-72A6-4D96-9FA8-C89BF18B5BB0}" dt="2021-02-24T04:02:43.833" v="49" actId="478"/>
          <ac:cxnSpMkLst>
            <pc:docMk/>
            <pc:sldMk cId="3699712288" sldId="313"/>
            <ac:cxnSpMk id="16" creationId="{D01F4E03-FA9A-4C17-A1CD-52977C5ADC31}"/>
          </ac:cxnSpMkLst>
        </pc:cxnChg>
      </pc:sldChg>
      <pc:sldChg chg="addSp delSp modSp add del mod">
        <pc:chgData name="강희재" userId="5f137378-fb9e-4efa-89ca-3d5ddf85b964" providerId="ADAL" clId="{274CB812-72A6-4D96-9FA8-C89BF18B5BB0}" dt="2021-02-24T04:03:12.571" v="54"/>
        <pc:sldMkLst>
          <pc:docMk/>
          <pc:sldMk cId="2653213612" sldId="320"/>
        </pc:sldMkLst>
        <pc:spChg chg="del">
          <ac:chgData name="강희재" userId="5f137378-fb9e-4efa-89ca-3d5ddf85b964" providerId="ADAL" clId="{274CB812-72A6-4D96-9FA8-C89BF18B5BB0}" dt="2021-02-24T04:03:09.006" v="51" actId="478"/>
          <ac:spMkLst>
            <pc:docMk/>
            <pc:sldMk cId="2653213612" sldId="320"/>
            <ac:spMk id="7" creationId="{00000000-0000-0000-0000-000000000000}"/>
          </ac:spMkLst>
        </pc:spChg>
        <pc:spChg chg="add mod">
          <ac:chgData name="강희재" userId="5f137378-fb9e-4efa-89ca-3d5ddf85b964" providerId="ADAL" clId="{274CB812-72A6-4D96-9FA8-C89BF18B5BB0}" dt="2021-02-24T04:03:12.571" v="54"/>
          <ac:spMkLst>
            <pc:docMk/>
            <pc:sldMk cId="2653213612" sldId="320"/>
            <ac:spMk id="21" creationId="{AEAE46AC-BBCE-4C4E-AEA4-EF567B6E01B3}"/>
          </ac:spMkLst>
        </pc:spChg>
      </pc:sldChg>
      <pc:sldChg chg="addSp delSp modSp add del mod">
        <pc:chgData name="강희재" userId="5f137378-fb9e-4efa-89ca-3d5ddf85b964" providerId="ADAL" clId="{274CB812-72A6-4D96-9FA8-C89BF18B5BB0}" dt="2021-02-24T04:16:47.487" v="242" actId="2696"/>
        <pc:sldMkLst>
          <pc:docMk/>
          <pc:sldMk cId="3065049994" sldId="321"/>
        </pc:sldMkLst>
        <pc:spChg chg="del">
          <ac:chgData name="강희재" userId="5f137378-fb9e-4efa-89ca-3d5ddf85b964" providerId="ADAL" clId="{274CB812-72A6-4D96-9FA8-C89BF18B5BB0}" dt="2021-02-24T04:03:16.214" v="55" actId="478"/>
          <ac:spMkLst>
            <pc:docMk/>
            <pc:sldMk cId="3065049994" sldId="321"/>
            <ac:spMk id="7" creationId="{00000000-0000-0000-0000-000000000000}"/>
          </ac:spMkLst>
        </pc:spChg>
        <pc:spChg chg="mod">
          <ac:chgData name="강희재" userId="5f137378-fb9e-4efa-89ca-3d5ddf85b964" providerId="ADAL" clId="{274CB812-72A6-4D96-9FA8-C89BF18B5BB0}" dt="2021-02-24T04:16:15.782" v="240"/>
          <ac:spMkLst>
            <pc:docMk/>
            <pc:sldMk cId="3065049994" sldId="321"/>
            <ac:spMk id="14" creationId="{523B1517-9F72-4EFA-AC15-C16BA373338C}"/>
          </ac:spMkLst>
        </pc:spChg>
        <pc:spChg chg="add mod">
          <ac:chgData name="강희재" userId="5f137378-fb9e-4efa-89ca-3d5ddf85b964" providerId="ADAL" clId="{274CB812-72A6-4D96-9FA8-C89BF18B5BB0}" dt="2021-02-24T04:03:16.475" v="56"/>
          <ac:spMkLst>
            <pc:docMk/>
            <pc:sldMk cId="3065049994" sldId="321"/>
            <ac:spMk id="17" creationId="{091E9BBA-2269-4935-AB0A-D1CFC1337DC0}"/>
          </ac:spMkLst>
        </pc:spChg>
        <pc:spChg chg="mod">
          <ac:chgData name="강희재" userId="5f137378-fb9e-4efa-89ca-3d5ddf85b964" providerId="ADAL" clId="{274CB812-72A6-4D96-9FA8-C89BF18B5BB0}" dt="2021-02-24T04:15:13.138" v="67" actId="14100"/>
          <ac:spMkLst>
            <pc:docMk/>
            <pc:sldMk cId="3065049994" sldId="321"/>
            <ac:spMk id="24" creationId="{5A2879F5-08A6-4EDD-AAE8-EE480C8643C0}"/>
          </ac:spMkLst>
        </pc:spChg>
        <pc:spChg chg="mod">
          <ac:chgData name="강희재" userId="5f137378-fb9e-4efa-89ca-3d5ddf85b964" providerId="ADAL" clId="{274CB812-72A6-4D96-9FA8-C89BF18B5BB0}" dt="2021-02-24T04:15:08.407" v="66" actId="1076"/>
          <ac:spMkLst>
            <pc:docMk/>
            <pc:sldMk cId="3065049994" sldId="321"/>
            <ac:spMk id="31" creationId="{57E8ED15-2990-4A32-9173-9A188546741D}"/>
          </ac:spMkLst>
        </pc:spChg>
        <pc:picChg chg="add mod ord">
          <ac:chgData name="강희재" userId="5f137378-fb9e-4efa-89ca-3d5ddf85b964" providerId="ADAL" clId="{274CB812-72A6-4D96-9FA8-C89BF18B5BB0}" dt="2021-02-24T04:14:44.923" v="62" actId="167"/>
          <ac:picMkLst>
            <pc:docMk/>
            <pc:sldMk cId="3065049994" sldId="321"/>
            <ac:picMk id="5" creationId="{A7302185-1C9C-4B7E-8FD1-81CBEA7D5E61}"/>
          </ac:picMkLst>
        </pc:picChg>
        <pc:picChg chg="del">
          <ac:chgData name="강희재" userId="5f137378-fb9e-4efa-89ca-3d5ddf85b964" providerId="ADAL" clId="{274CB812-72A6-4D96-9FA8-C89BF18B5BB0}" dt="2021-02-24T04:14:45.632" v="63" actId="478"/>
          <ac:picMkLst>
            <pc:docMk/>
            <pc:sldMk cId="3065049994" sldId="321"/>
            <ac:picMk id="16" creationId="{55A72ABC-15F0-46AD-AD84-C7FA02C746FA}"/>
          </ac:picMkLst>
        </pc:picChg>
      </pc:sldChg>
      <pc:sldChg chg="add del">
        <pc:chgData name="강희재" userId="5f137378-fb9e-4efa-89ca-3d5ddf85b964" providerId="ADAL" clId="{274CB812-72A6-4D96-9FA8-C89BF18B5BB0}" dt="2021-02-24T04:03:10.535" v="53"/>
        <pc:sldMkLst>
          <pc:docMk/>
          <pc:sldMk cId="396049866" sldId="322"/>
        </pc:sldMkLst>
      </pc:sldChg>
      <pc:sldChg chg="add del">
        <pc:chgData name="강희재" userId="5f137378-fb9e-4efa-89ca-3d5ddf85b964" providerId="ADAL" clId="{274CB812-72A6-4D96-9FA8-C89BF18B5BB0}" dt="2021-02-24T04:02:54.813" v="50" actId="47"/>
        <pc:sldMkLst>
          <pc:docMk/>
          <pc:sldMk cId="3061794371" sldId="322"/>
        </pc:sldMkLst>
      </pc:sldChg>
      <pc:sldChg chg="addSp delSp modSp add mod">
        <pc:chgData name="강희재" userId="5f137378-fb9e-4efa-89ca-3d5ddf85b964" providerId="ADAL" clId="{274CB812-72A6-4D96-9FA8-C89BF18B5BB0}" dt="2021-02-24T05:35:45.402" v="1384" actId="404"/>
        <pc:sldMkLst>
          <pc:docMk/>
          <pc:sldMk cId="3874382332" sldId="322"/>
        </pc:sldMkLst>
        <pc:spChg chg="mod">
          <ac:chgData name="강희재" userId="5f137378-fb9e-4efa-89ca-3d5ddf85b964" providerId="ADAL" clId="{274CB812-72A6-4D96-9FA8-C89BF18B5BB0}" dt="2021-02-24T05:35:45.402" v="1384" actId="404"/>
          <ac:spMkLst>
            <pc:docMk/>
            <pc:sldMk cId="3874382332" sldId="322"/>
            <ac:spMk id="11" creationId="{B38D849F-A2DC-4CF7-8A36-7D35A4215E86}"/>
          </ac:spMkLst>
        </pc:spChg>
        <pc:spChg chg="mod">
          <ac:chgData name="강희재" userId="5f137378-fb9e-4efa-89ca-3d5ddf85b964" providerId="ADAL" clId="{274CB812-72A6-4D96-9FA8-C89BF18B5BB0}" dt="2021-02-24T04:45:03.649" v="1065" actId="1036"/>
          <ac:spMkLst>
            <pc:docMk/>
            <pc:sldMk cId="3874382332" sldId="322"/>
            <ac:spMk id="13" creationId="{55B0ED2F-7730-4874-9932-56E1F0AB64E9}"/>
          </ac:spMkLst>
        </pc:spChg>
        <pc:spChg chg="mod">
          <ac:chgData name="강희재" userId="5f137378-fb9e-4efa-89ca-3d5ddf85b964" providerId="ADAL" clId="{274CB812-72A6-4D96-9FA8-C89BF18B5BB0}" dt="2021-02-24T04:45:31.088" v="1144" actId="20577"/>
          <ac:spMkLst>
            <pc:docMk/>
            <pc:sldMk cId="3874382332" sldId="322"/>
            <ac:spMk id="14" creationId="{523B1517-9F72-4EFA-AC15-C16BA373338C}"/>
          </ac:spMkLst>
        </pc:spChg>
        <pc:spChg chg="add del mod">
          <ac:chgData name="강희재" userId="5f137378-fb9e-4efa-89ca-3d5ddf85b964" providerId="ADAL" clId="{274CB812-72A6-4D96-9FA8-C89BF18B5BB0}" dt="2021-02-24T04:19:12.405" v="581" actId="478"/>
          <ac:spMkLst>
            <pc:docMk/>
            <pc:sldMk cId="3874382332" sldId="322"/>
            <ac:spMk id="18" creationId="{6DF3321A-CE73-4E53-AEA0-37A5CE7DEA07}"/>
          </ac:spMkLst>
        </pc:spChg>
        <pc:spChg chg="add del mod">
          <ac:chgData name="강희재" userId="5f137378-fb9e-4efa-89ca-3d5ddf85b964" providerId="ADAL" clId="{274CB812-72A6-4D96-9FA8-C89BF18B5BB0}" dt="2021-02-24T04:19:12.405" v="581" actId="478"/>
          <ac:spMkLst>
            <pc:docMk/>
            <pc:sldMk cId="3874382332" sldId="322"/>
            <ac:spMk id="19" creationId="{9CD97181-F4A5-45F1-ADCA-70BB3A771C5C}"/>
          </ac:spMkLst>
        </pc:spChg>
        <pc:spChg chg="add mod">
          <ac:chgData name="강희재" userId="5f137378-fb9e-4efa-89ca-3d5ddf85b964" providerId="ADAL" clId="{274CB812-72A6-4D96-9FA8-C89BF18B5BB0}" dt="2021-02-24T04:44:30.437" v="1021" actId="1037"/>
          <ac:spMkLst>
            <pc:docMk/>
            <pc:sldMk cId="3874382332" sldId="322"/>
            <ac:spMk id="20" creationId="{6A22541A-5BFA-49B1-8C79-E07A287CC4BF}"/>
          </ac:spMkLst>
        </pc:spChg>
        <pc:spChg chg="add mod">
          <ac:chgData name="강희재" userId="5f137378-fb9e-4efa-89ca-3d5ddf85b964" providerId="ADAL" clId="{274CB812-72A6-4D96-9FA8-C89BF18B5BB0}" dt="2021-02-24T04:19:23.529" v="585" actId="14100"/>
          <ac:spMkLst>
            <pc:docMk/>
            <pc:sldMk cId="3874382332" sldId="322"/>
            <ac:spMk id="21" creationId="{64520E8F-1540-457E-8F9C-229E7B84572E}"/>
          </ac:spMkLst>
        </pc:spChg>
        <pc:spChg chg="add mod">
          <ac:chgData name="강희재" userId="5f137378-fb9e-4efa-89ca-3d5ddf85b964" providerId="ADAL" clId="{274CB812-72A6-4D96-9FA8-C89BF18B5BB0}" dt="2021-02-24T04:44:55.647" v="1049" actId="1035"/>
          <ac:spMkLst>
            <pc:docMk/>
            <pc:sldMk cId="3874382332" sldId="322"/>
            <ac:spMk id="22" creationId="{AA560DCC-496C-4C75-B417-0CE965DB5155}"/>
          </ac:spMkLst>
        </pc:spChg>
        <pc:spChg chg="mod">
          <ac:chgData name="강희재" userId="5f137378-fb9e-4efa-89ca-3d5ddf85b964" providerId="ADAL" clId="{274CB812-72A6-4D96-9FA8-C89BF18B5BB0}" dt="2021-02-24T04:19:06.806" v="580" actId="14100"/>
          <ac:spMkLst>
            <pc:docMk/>
            <pc:sldMk cId="3874382332" sldId="322"/>
            <ac:spMk id="24" creationId="{5A2879F5-08A6-4EDD-AAE8-EE480C8643C0}"/>
          </ac:spMkLst>
        </pc:spChg>
        <pc:spChg chg="add mod">
          <ac:chgData name="강희재" userId="5f137378-fb9e-4efa-89ca-3d5ddf85b964" providerId="ADAL" clId="{274CB812-72A6-4D96-9FA8-C89BF18B5BB0}" dt="2021-02-24T04:44:55.647" v="1049" actId="1035"/>
          <ac:spMkLst>
            <pc:docMk/>
            <pc:sldMk cId="3874382332" sldId="322"/>
            <ac:spMk id="25" creationId="{1DD75369-C8FF-43F4-81B7-05ECC3819295}"/>
          </ac:spMkLst>
        </pc:spChg>
        <pc:spChg chg="add mod">
          <ac:chgData name="강희재" userId="5f137378-fb9e-4efa-89ca-3d5ddf85b964" providerId="ADAL" clId="{274CB812-72A6-4D96-9FA8-C89BF18B5BB0}" dt="2021-02-24T04:20:34.859" v="748" actId="6549"/>
          <ac:spMkLst>
            <pc:docMk/>
            <pc:sldMk cId="3874382332" sldId="322"/>
            <ac:spMk id="26" creationId="{1DEFCD1A-E1FA-4246-806A-4F79C7F5B08D}"/>
          </ac:spMkLst>
        </pc:spChg>
        <pc:spChg chg="mod">
          <ac:chgData name="강희재" userId="5f137378-fb9e-4efa-89ca-3d5ddf85b964" providerId="ADAL" clId="{274CB812-72A6-4D96-9FA8-C89BF18B5BB0}" dt="2021-02-24T04:43:59.246" v="966" actId="20577"/>
          <ac:spMkLst>
            <pc:docMk/>
            <pc:sldMk cId="3874382332" sldId="322"/>
            <ac:spMk id="31" creationId="{57E8ED15-2990-4A32-9173-9A188546741D}"/>
          </ac:spMkLst>
        </pc:spChg>
        <pc:spChg chg="add del mod">
          <ac:chgData name="강희재" userId="5f137378-fb9e-4efa-89ca-3d5ddf85b964" providerId="ADAL" clId="{274CB812-72A6-4D96-9FA8-C89BF18B5BB0}" dt="2021-02-24T04:44:17.329" v="975"/>
          <ac:spMkLst>
            <pc:docMk/>
            <pc:sldMk cId="3874382332" sldId="322"/>
            <ac:spMk id="37" creationId="{407F4A4E-334C-4984-8383-9D6A7D8A9382}"/>
          </ac:spMkLst>
        </pc:spChg>
        <pc:spChg chg="add del mod">
          <ac:chgData name="강희재" userId="5f137378-fb9e-4efa-89ca-3d5ddf85b964" providerId="ADAL" clId="{274CB812-72A6-4D96-9FA8-C89BF18B5BB0}" dt="2021-02-24T04:44:17.329" v="975"/>
          <ac:spMkLst>
            <pc:docMk/>
            <pc:sldMk cId="3874382332" sldId="322"/>
            <ac:spMk id="38" creationId="{EEABDEC9-BEC5-49C0-AA87-965C9615D551}"/>
          </ac:spMkLst>
        </pc:spChg>
        <pc:spChg chg="add mod">
          <ac:chgData name="강희재" userId="5f137378-fb9e-4efa-89ca-3d5ddf85b964" providerId="ADAL" clId="{274CB812-72A6-4D96-9FA8-C89BF18B5BB0}" dt="2021-02-24T04:44:20.791" v="977" actId="1076"/>
          <ac:spMkLst>
            <pc:docMk/>
            <pc:sldMk cId="3874382332" sldId="322"/>
            <ac:spMk id="39" creationId="{9375345A-6CFD-4E36-810B-9859B6563FB5}"/>
          </ac:spMkLst>
        </pc:spChg>
        <pc:spChg chg="add mod">
          <ac:chgData name="강희재" userId="5f137378-fb9e-4efa-89ca-3d5ddf85b964" providerId="ADAL" clId="{274CB812-72A6-4D96-9FA8-C89BF18B5BB0}" dt="2021-02-24T04:44:40.330" v="1022" actId="14100"/>
          <ac:spMkLst>
            <pc:docMk/>
            <pc:sldMk cId="3874382332" sldId="322"/>
            <ac:spMk id="40" creationId="{789146C0-2BA7-4219-BCE6-8CE85277D573}"/>
          </ac:spMkLst>
        </pc:spChg>
        <pc:spChg chg="add mod">
          <ac:chgData name="강희재" userId="5f137378-fb9e-4efa-89ca-3d5ddf85b964" providerId="ADAL" clId="{274CB812-72A6-4D96-9FA8-C89BF18B5BB0}" dt="2021-02-24T04:45:11.342" v="1067" actId="20577"/>
          <ac:spMkLst>
            <pc:docMk/>
            <pc:sldMk cId="3874382332" sldId="322"/>
            <ac:spMk id="42" creationId="{28EB2622-B626-4D1A-A95C-A847A5D90B96}"/>
          </ac:spMkLst>
        </pc:spChg>
        <pc:spChg chg="add mod">
          <ac:chgData name="강희재" userId="5f137378-fb9e-4efa-89ca-3d5ddf85b964" providerId="ADAL" clId="{274CB812-72A6-4D96-9FA8-C89BF18B5BB0}" dt="2021-02-24T04:45:21.280" v="1100"/>
          <ac:spMkLst>
            <pc:docMk/>
            <pc:sldMk cId="3874382332" sldId="322"/>
            <ac:spMk id="43" creationId="{ECD79DDF-49A3-4543-A95E-34D39744820D}"/>
          </ac:spMkLst>
        </pc:spChg>
        <pc:picChg chg="del">
          <ac:chgData name="강희재" userId="5f137378-fb9e-4efa-89ca-3d5ddf85b964" providerId="ADAL" clId="{274CB812-72A6-4D96-9FA8-C89BF18B5BB0}" dt="2021-02-24T04:17:00.874" v="250" actId="478"/>
          <ac:picMkLst>
            <pc:docMk/>
            <pc:sldMk cId="3874382332" sldId="322"/>
            <ac:picMk id="5" creationId="{A7302185-1C9C-4B7E-8FD1-81CBEA7D5E61}"/>
          </ac:picMkLst>
        </pc:picChg>
        <pc:picChg chg="add mod ord">
          <ac:chgData name="강희재" userId="5f137378-fb9e-4efa-89ca-3d5ddf85b964" providerId="ADAL" clId="{274CB812-72A6-4D96-9FA8-C89BF18B5BB0}" dt="2021-02-24T04:17:00.331" v="249" actId="167"/>
          <ac:picMkLst>
            <pc:docMk/>
            <pc:sldMk cId="3874382332" sldId="322"/>
            <ac:picMk id="7" creationId="{69DF1B51-7EDD-4D9E-B261-E5DA614EC347}"/>
          </ac:picMkLst>
        </pc:picChg>
        <pc:picChg chg="add mod">
          <ac:chgData name="강희재" userId="5f137378-fb9e-4efa-89ca-3d5ddf85b964" providerId="ADAL" clId="{274CB812-72A6-4D96-9FA8-C89BF18B5BB0}" dt="2021-02-24T04:20:09.794" v="742" actId="108"/>
          <ac:picMkLst>
            <pc:docMk/>
            <pc:sldMk cId="3874382332" sldId="322"/>
            <ac:picMk id="9" creationId="{FA8E56DC-D069-4ED2-9E3F-A02AD1A0A806}"/>
          </ac:picMkLst>
        </pc:picChg>
        <pc:cxnChg chg="add del mod">
          <ac:chgData name="강희재" userId="5f137378-fb9e-4efa-89ca-3d5ddf85b964" providerId="ADAL" clId="{274CB812-72A6-4D96-9FA8-C89BF18B5BB0}" dt="2021-02-24T04:20:57.231" v="754" actId="478"/>
          <ac:cxnSpMkLst>
            <pc:docMk/>
            <pc:sldMk cId="3874382332" sldId="322"/>
            <ac:cxnSpMk id="27" creationId="{FBE6CDEE-4DE4-4DC5-8818-831D6F011CD6}"/>
          </ac:cxnSpMkLst>
        </pc:cxnChg>
        <pc:cxnChg chg="add mod">
          <ac:chgData name="강희재" userId="5f137378-fb9e-4efa-89ca-3d5ddf85b964" providerId="ADAL" clId="{274CB812-72A6-4D96-9FA8-C89BF18B5BB0}" dt="2021-02-24T04:21:25.373" v="760" actId="14100"/>
          <ac:cxnSpMkLst>
            <pc:docMk/>
            <pc:sldMk cId="3874382332" sldId="322"/>
            <ac:cxnSpMk id="29" creationId="{9FB5C7CA-58CD-44C7-9E07-2A4366F889BF}"/>
          </ac:cxnSpMkLst>
        </pc:cxnChg>
      </pc:sldChg>
      <pc:sldChg chg="add del">
        <pc:chgData name="강희재" userId="5f137378-fb9e-4efa-89ca-3d5ddf85b964" providerId="ADAL" clId="{274CB812-72A6-4D96-9FA8-C89BF18B5BB0}" dt="2021-02-24T04:02:54.813" v="50" actId="47"/>
        <pc:sldMkLst>
          <pc:docMk/>
          <pc:sldMk cId="513514256" sldId="323"/>
        </pc:sldMkLst>
      </pc:sldChg>
      <pc:sldChg chg="addSp delSp modSp add del mod">
        <pc:chgData name="강희재" userId="5f137378-fb9e-4efa-89ca-3d5ddf85b964" providerId="ADAL" clId="{274CB812-72A6-4D96-9FA8-C89BF18B5BB0}" dt="2021-02-24T04:46:04.003" v="1151" actId="47"/>
        <pc:sldMkLst>
          <pc:docMk/>
          <pc:sldMk cId="2552147065" sldId="323"/>
        </pc:sldMkLst>
        <pc:spChg chg="mod">
          <ac:chgData name="강희재" userId="5f137378-fb9e-4efa-89ca-3d5ddf85b964" providerId="ADAL" clId="{274CB812-72A6-4D96-9FA8-C89BF18B5BB0}" dt="2021-02-24T04:43:15.338" v="965"/>
          <ac:spMkLst>
            <pc:docMk/>
            <pc:sldMk cId="2552147065" sldId="323"/>
            <ac:spMk id="14" creationId="{523B1517-9F72-4EFA-AC15-C16BA373338C}"/>
          </ac:spMkLst>
        </pc:spChg>
        <pc:picChg chg="add mod ord">
          <ac:chgData name="강희재" userId="5f137378-fb9e-4efa-89ca-3d5ddf85b964" providerId="ADAL" clId="{274CB812-72A6-4D96-9FA8-C89BF18B5BB0}" dt="2021-02-24T04:43:05.302" v="935" actId="167"/>
          <ac:picMkLst>
            <pc:docMk/>
            <pc:sldMk cId="2552147065" sldId="323"/>
            <ac:picMk id="5" creationId="{D4D0F49B-C4EA-4904-9D5F-7CB982EB927D}"/>
          </ac:picMkLst>
        </pc:picChg>
        <pc:picChg chg="del">
          <ac:chgData name="강희재" userId="5f137378-fb9e-4efa-89ca-3d5ddf85b964" providerId="ADAL" clId="{274CB812-72A6-4D96-9FA8-C89BF18B5BB0}" dt="2021-02-24T04:43:06.465" v="936" actId="478"/>
          <ac:picMkLst>
            <pc:docMk/>
            <pc:sldMk cId="2552147065" sldId="323"/>
            <ac:picMk id="7" creationId="{69DF1B51-7EDD-4D9E-B261-E5DA614EC347}"/>
          </ac:picMkLst>
        </pc:picChg>
        <pc:picChg chg="add mod">
          <ac:chgData name="강희재" userId="5f137378-fb9e-4efa-89ca-3d5ddf85b964" providerId="ADAL" clId="{274CB812-72A6-4D96-9FA8-C89BF18B5BB0}" dt="2021-02-24T04:45:52.609" v="1147" actId="1076"/>
          <ac:picMkLst>
            <pc:docMk/>
            <pc:sldMk cId="2552147065" sldId="323"/>
            <ac:picMk id="27" creationId="{7250287C-2CFB-4371-ACA9-840168EFD74B}"/>
          </ac:picMkLst>
        </pc:picChg>
      </pc:sldChg>
      <pc:sldChg chg="add del">
        <pc:chgData name="강희재" userId="5f137378-fb9e-4efa-89ca-3d5ddf85b964" providerId="ADAL" clId="{274CB812-72A6-4D96-9FA8-C89BF18B5BB0}" dt="2021-02-24T04:02:54.813" v="50" actId="47"/>
        <pc:sldMkLst>
          <pc:docMk/>
          <pc:sldMk cId="358532572" sldId="324"/>
        </pc:sldMkLst>
      </pc:sldChg>
      <pc:sldChg chg="addSp delSp modSp add mod">
        <pc:chgData name="강희재" userId="5f137378-fb9e-4efa-89ca-3d5ddf85b964" providerId="ADAL" clId="{274CB812-72A6-4D96-9FA8-C89BF18B5BB0}" dt="2021-02-24T05:35:52.321" v="1408" actId="404"/>
        <pc:sldMkLst>
          <pc:docMk/>
          <pc:sldMk cId="4209540409" sldId="324"/>
        </pc:sldMkLst>
        <pc:spChg chg="mod">
          <ac:chgData name="강희재" userId="5f137378-fb9e-4efa-89ca-3d5ddf85b964" providerId="ADAL" clId="{274CB812-72A6-4D96-9FA8-C89BF18B5BB0}" dt="2021-02-24T05:35:52.321" v="1408" actId="404"/>
          <ac:spMkLst>
            <pc:docMk/>
            <pc:sldMk cId="4209540409" sldId="324"/>
            <ac:spMk id="11" creationId="{B38D849F-A2DC-4CF7-8A36-7D35A4215E86}"/>
          </ac:spMkLst>
        </pc:spChg>
        <pc:spChg chg="mod">
          <ac:chgData name="강희재" userId="5f137378-fb9e-4efa-89ca-3d5ddf85b964" providerId="ADAL" clId="{274CB812-72A6-4D96-9FA8-C89BF18B5BB0}" dt="2021-02-24T04:46:39.261" v="1287"/>
          <ac:spMkLst>
            <pc:docMk/>
            <pc:sldMk cId="4209540409" sldId="324"/>
            <ac:spMk id="14" creationId="{523B1517-9F72-4EFA-AC15-C16BA373338C}"/>
          </ac:spMkLst>
        </pc:spChg>
        <pc:spChg chg="mod">
          <ac:chgData name="강희재" userId="5f137378-fb9e-4efa-89ca-3d5ddf85b964" providerId="ADAL" clId="{274CB812-72A6-4D96-9FA8-C89BF18B5BB0}" dt="2021-02-24T04:48:18.321" v="1349"/>
          <ac:spMkLst>
            <pc:docMk/>
            <pc:sldMk cId="4209540409" sldId="324"/>
            <ac:spMk id="25" creationId="{1DD75369-C8FF-43F4-81B7-05ECC3819295}"/>
          </ac:spMkLst>
        </pc:spChg>
        <pc:spChg chg="mod">
          <ac:chgData name="강희재" userId="5f137378-fb9e-4efa-89ca-3d5ddf85b964" providerId="ADAL" clId="{274CB812-72A6-4D96-9FA8-C89BF18B5BB0}" dt="2021-02-24T04:47:32.183" v="1323" actId="1037"/>
          <ac:spMkLst>
            <pc:docMk/>
            <pc:sldMk cId="4209540409" sldId="324"/>
            <ac:spMk id="26" creationId="{1DEFCD1A-E1FA-4246-806A-4F79C7F5B08D}"/>
          </ac:spMkLst>
        </pc:spChg>
        <pc:spChg chg="mod">
          <ac:chgData name="강희재" userId="5f137378-fb9e-4efa-89ca-3d5ddf85b964" providerId="ADAL" clId="{274CB812-72A6-4D96-9FA8-C89BF18B5BB0}" dt="2021-02-24T04:46:49.095" v="1302" actId="1035"/>
          <ac:spMkLst>
            <pc:docMk/>
            <pc:sldMk cId="4209540409" sldId="324"/>
            <ac:spMk id="39" creationId="{9375345A-6CFD-4E36-810B-9859B6563FB5}"/>
          </ac:spMkLst>
        </pc:spChg>
        <pc:spChg chg="mod">
          <ac:chgData name="강희재" userId="5f137378-fb9e-4efa-89ca-3d5ddf85b964" providerId="ADAL" clId="{274CB812-72A6-4D96-9FA8-C89BF18B5BB0}" dt="2021-02-24T04:46:56.120" v="1303" actId="14100"/>
          <ac:spMkLst>
            <pc:docMk/>
            <pc:sldMk cId="4209540409" sldId="324"/>
            <ac:spMk id="40" creationId="{789146C0-2BA7-4219-BCE6-8CE85277D573}"/>
          </ac:spMkLst>
        </pc:spChg>
        <pc:spChg chg="mod">
          <ac:chgData name="강희재" userId="5f137378-fb9e-4efa-89ca-3d5ddf85b964" providerId="ADAL" clId="{274CB812-72A6-4D96-9FA8-C89BF18B5BB0}" dt="2021-02-24T04:46:23.086" v="1205"/>
          <ac:spMkLst>
            <pc:docMk/>
            <pc:sldMk cId="4209540409" sldId="324"/>
            <ac:spMk id="43" creationId="{ECD79DDF-49A3-4543-A95E-34D39744820D}"/>
          </ac:spMkLst>
        </pc:spChg>
        <pc:picChg chg="del">
          <ac:chgData name="강희재" userId="5f137378-fb9e-4efa-89ca-3d5ddf85b964" providerId="ADAL" clId="{274CB812-72A6-4D96-9FA8-C89BF18B5BB0}" dt="2021-02-24T04:46:02.640" v="1150" actId="478"/>
          <ac:picMkLst>
            <pc:docMk/>
            <pc:sldMk cId="4209540409" sldId="324"/>
            <ac:picMk id="7" creationId="{69DF1B51-7EDD-4D9E-B261-E5DA614EC347}"/>
          </ac:picMkLst>
        </pc:picChg>
        <pc:picChg chg="del">
          <ac:chgData name="강희재" userId="5f137378-fb9e-4efa-89ca-3d5ddf85b964" providerId="ADAL" clId="{274CB812-72A6-4D96-9FA8-C89BF18B5BB0}" dt="2021-02-24T04:48:00.894" v="1335" actId="478"/>
          <ac:picMkLst>
            <pc:docMk/>
            <pc:sldMk cId="4209540409" sldId="324"/>
            <ac:picMk id="9" creationId="{FA8E56DC-D069-4ED2-9E3F-A02AD1A0A806}"/>
          </ac:picMkLst>
        </pc:picChg>
        <pc:picChg chg="add mod ord">
          <ac:chgData name="강희재" userId="5f137378-fb9e-4efa-89ca-3d5ddf85b964" providerId="ADAL" clId="{274CB812-72A6-4D96-9FA8-C89BF18B5BB0}" dt="2021-02-24T04:48:04.030" v="1336" actId="166"/>
          <ac:picMkLst>
            <pc:docMk/>
            <pc:sldMk cId="4209540409" sldId="324"/>
            <ac:picMk id="15" creationId="{9DC5AFE5-AFBA-4CCE-A4F8-C2626F6C636A}"/>
          </ac:picMkLst>
        </pc:picChg>
        <pc:picChg chg="add mod ord">
          <ac:chgData name="강희재" userId="5f137378-fb9e-4efa-89ca-3d5ddf85b964" providerId="ADAL" clId="{274CB812-72A6-4D96-9FA8-C89BF18B5BB0}" dt="2021-02-24T04:46:01.592" v="1149" actId="167"/>
          <ac:picMkLst>
            <pc:docMk/>
            <pc:sldMk cId="4209540409" sldId="324"/>
            <ac:picMk id="27" creationId="{71788EF6-B49D-4E0B-8AF5-5BF3034554BC}"/>
          </ac:picMkLst>
        </pc:picChg>
        <pc:cxnChg chg="mod">
          <ac:chgData name="강희재" userId="5f137378-fb9e-4efa-89ca-3d5ddf85b964" providerId="ADAL" clId="{274CB812-72A6-4D96-9FA8-C89BF18B5BB0}" dt="2021-02-24T04:47:44.920" v="1326" actId="14100"/>
          <ac:cxnSpMkLst>
            <pc:docMk/>
            <pc:sldMk cId="4209540409" sldId="324"/>
            <ac:cxnSpMk id="29" creationId="{9FB5C7CA-58CD-44C7-9E07-2A4366F889BF}"/>
          </ac:cxnSpMkLst>
        </pc:cxnChg>
      </pc:sldChg>
      <pc:sldChg chg="modSp add mod">
        <pc:chgData name="강희재" userId="5f137378-fb9e-4efa-89ca-3d5ddf85b964" providerId="ADAL" clId="{274CB812-72A6-4D96-9FA8-C89BF18B5BB0}" dt="2021-02-24T05:36:45.027" v="1590" actId="20577"/>
        <pc:sldMkLst>
          <pc:docMk/>
          <pc:sldMk cId="4051357023" sldId="325"/>
        </pc:sldMkLst>
        <pc:spChg chg="mod">
          <ac:chgData name="강희재" userId="5f137378-fb9e-4efa-89ca-3d5ddf85b964" providerId="ADAL" clId="{274CB812-72A6-4D96-9FA8-C89BF18B5BB0}" dt="2021-02-24T05:36:45.027" v="1590" actId="20577"/>
          <ac:spMkLst>
            <pc:docMk/>
            <pc:sldMk cId="4051357023" sldId="325"/>
            <ac:spMk id="14" creationId="{523B1517-9F72-4EFA-AC15-C16BA373338C}"/>
          </ac:spMkLst>
        </pc:spChg>
        <pc:spChg chg="mod">
          <ac:chgData name="강희재" userId="5f137378-fb9e-4efa-89ca-3d5ddf85b964" providerId="ADAL" clId="{274CB812-72A6-4D96-9FA8-C89BF18B5BB0}" dt="2021-02-24T05:36:11.299" v="1411" actId="14100"/>
          <ac:spMkLst>
            <pc:docMk/>
            <pc:sldMk cId="4051357023" sldId="325"/>
            <ac:spMk id="24" creationId="{5A2879F5-08A6-4EDD-AAE8-EE480C8643C0}"/>
          </ac:spMkLst>
        </pc:spChg>
        <pc:spChg chg="mod">
          <ac:chgData name="강희재" userId="5f137378-fb9e-4efa-89ca-3d5ddf85b964" providerId="ADAL" clId="{274CB812-72A6-4D96-9FA8-C89BF18B5BB0}" dt="2021-02-24T05:36:05.425" v="1410" actId="1076"/>
          <ac:spMkLst>
            <pc:docMk/>
            <pc:sldMk cId="4051357023" sldId="325"/>
            <ac:spMk id="31" creationId="{57E8ED15-2990-4A32-9173-9A188546741D}"/>
          </ac:spMkLst>
        </pc:spChg>
      </pc:sldChg>
    </pc:docChg>
  </pc:docChgLst>
  <pc:docChgLst>
    <pc:chgData name="강희재" userId="5f137378-fb9e-4efa-89ca-3d5ddf85b964" providerId="ADAL" clId="{385AABE9-A48F-4841-8388-4EC9B2C1B970}"/>
    <pc:docChg chg="undo redo custSel addSld delSld modSld">
      <pc:chgData name="강희재" userId="5f137378-fb9e-4efa-89ca-3d5ddf85b964" providerId="ADAL" clId="{385AABE9-A48F-4841-8388-4EC9B2C1B970}" dt="2021-02-23T02:08:35.803" v="2336" actId="1035"/>
      <pc:docMkLst>
        <pc:docMk/>
      </pc:docMkLst>
      <pc:sldChg chg="modSp">
        <pc:chgData name="강희재" userId="5f137378-fb9e-4efa-89ca-3d5ddf85b964" providerId="ADAL" clId="{385AABE9-A48F-4841-8388-4EC9B2C1B970}" dt="2021-02-17T04:38:43.476" v="0"/>
        <pc:sldMkLst>
          <pc:docMk/>
          <pc:sldMk cId="3182785965" sldId="304"/>
        </pc:sldMkLst>
        <pc:spChg chg="mod">
          <ac:chgData name="강희재" userId="5f137378-fb9e-4efa-89ca-3d5ddf85b964" providerId="ADAL" clId="{385AABE9-A48F-4841-8388-4EC9B2C1B970}" dt="2021-02-17T04:38:43.476" v="0"/>
          <ac:spMkLst>
            <pc:docMk/>
            <pc:sldMk cId="3182785965" sldId="304"/>
            <ac:spMk id="13" creationId="{00000000-0000-0000-0000-000000000000}"/>
          </ac:spMkLst>
        </pc:spChg>
      </pc:sldChg>
      <pc:sldChg chg="modSp mod">
        <pc:chgData name="강희재" userId="5f137378-fb9e-4efa-89ca-3d5ddf85b964" providerId="ADAL" clId="{385AABE9-A48F-4841-8388-4EC9B2C1B970}" dt="2021-02-17T04:44:55.463" v="47" actId="6549"/>
        <pc:sldMkLst>
          <pc:docMk/>
          <pc:sldMk cId="3699712288" sldId="313"/>
        </pc:sldMkLst>
        <pc:spChg chg="mod">
          <ac:chgData name="강희재" userId="5f137378-fb9e-4efa-89ca-3d5ddf85b964" providerId="ADAL" clId="{385AABE9-A48F-4841-8388-4EC9B2C1B970}" dt="2021-02-17T04:38:43.476" v="0"/>
          <ac:spMkLst>
            <pc:docMk/>
            <pc:sldMk cId="3699712288" sldId="313"/>
            <ac:spMk id="7" creationId="{00000000-0000-0000-0000-000000000000}"/>
          </ac:spMkLst>
        </pc:spChg>
        <pc:spChg chg="mod">
          <ac:chgData name="강희재" userId="5f137378-fb9e-4efa-89ca-3d5ddf85b964" providerId="ADAL" clId="{385AABE9-A48F-4841-8388-4EC9B2C1B970}" dt="2021-02-17T04:44:55.463" v="47" actId="6549"/>
          <ac:spMkLst>
            <pc:docMk/>
            <pc:sldMk cId="3699712288" sldId="313"/>
            <ac:spMk id="14" creationId="{523B1517-9F72-4EFA-AC15-C16BA373338C}"/>
          </ac:spMkLst>
        </pc:spChg>
        <pc:spChg chg="mod">
          <ac:chgData name="강희재" userId="5f137378-fb9e-4efa-89ca-3d5ddf85b964" providerId="ADAL" clId="{385AABE9-A48F-4841-8388-4EC9B2C1B970}" dt="2021-02-17T04:44:47.735" v="32" actId="1038"/>
          <ac:spMkLst>
            <pc:docMk/>
            <pc:sldMk cId="3699712288" sldId="313"/>
            <ac:spMk id="24" creationId="{5A2879F5-08A6-4EDD-AAE8-EE480C8643C0}"/>
          </ac:spMkLst>
        </pc:spChg>
        <pc:spChg chg="mod">
          <ac:chgData name="강희재" userId="5f137378-fb9e-4efa-89ca-3d5ddf85b964" providerId="ADAL" clId="{385AABE9-A48F-4841-8388-4EC9B2C1B970}" dt="2021-02-17T04:44:47.735" v="32" actId="1038"/>
          <ac:spMkLst>
            <pc:docMk/>
            <pc:sldMk cId="3699712288" sldId="313"/>
            <ac:spMk id="31" creationId="{57E8ED15-2990-4A32-9173-9A188546741D}"/>
          </ac:spMkLst>
        </pc:spChg>
      </pc:sldChg>
      <pc:sldChg chg="addSp delSp modSp mod">
        <pc:chgData name="강희재" userId="5f137378-fb9e-4efa-89ca-3d5ddf85b964" providerId="ADAL" clId="{385AABE9-A48F-4841-8388-4EC9B2C1B970}" dt="2021-02-17T05:04:10.840" v="271" actId="21"/>
        <pc:sldMkLst>
          <pc:docMk/>
          <pc:sldMk cId="2653213612" sldId="320"/>
        </pc:sldMkLst>
        <pc:spChg chg="mod">
          <ac:chgData name="강희재" userId="5f137378-fb9e-4efa-89ca-3d5ddf85b964" providerId="ADAL" clId="{385AABE9-A48F-4841-8388-4EC9B2C1B970}" dt="2021-02-17T04:38:43.476" v="0"/>
          <ac:spMkLst>
            <pc:docMk/>
            <pc:sldMk cId="2653213612" sldId="320"/>
            <ac:spMk id="7" creationId="{00000000-0000-0000-0000-000000000000}"/>
          </ac:spMkLst>
        </pc:spChg>
        <pc:spChg chg="mod">
          <ac:chgData name="강희재" userId="5f137378-fb9e-4efa-89ca-3d5ddf85b964" providerId="ADAL" clId="{385AABE9-A48F-4841-8388-4EC9B2C1B970}" dt="2021-02-17T04:59:15.499" v="260"/>
          <ac:spMkLst>
            <pc:docMk/>
            <pc:sldMk cId="2653213612" sldId="320"/>
            <ac:spMk id="14" creationId="{523B1517-9F72-4EFA-AC15-C16BA373338C}"/>
          </ac:spMkLst>
        </pc:spChg>
        <pc:spChg chg="mod">
          <ac:chgData name="강희재" userId="5f137378-fb9e-4efa-89ca-3d5ddf85b964" providerId="ADAL" clId="{385AABE9-A48F-4841-8388-4EC9B2C1B970}" dt="2021-02-17T04:57:37.219" v="85" actId="14100"/>
          <ac:spMkLst>
            <pc:docMk/>
            <pc:sldMk cId="2653213612" sldId="320"/>
            <ac:spMk id="24" creationId="{5A2879F5-08A6-4EDD-AAE8-EE480C8643C0}"/>
          </ac:spMkLst>
        </pc:spChg>
        <pc:spChg chg="add mod">
          <ac:chgData name="강희재" userId="5f137378-fb9e-4efa-89ca-3d5ddf85b964" providerId="ADAL" clId="{385AABE9-A48F-4841-8388-4EC9B2C1B970}" dt="2021-02-17T04:57:46.508" v="88" actId="14100"/>
          <ac:spMkLst>
            <pc:docMk/>
            <pc:sldMk cId="2653213612" sldId="320"/>
            <ac:spMk id="26" creationId="{B4C20A57-A850-47AB-8697-F95BA3EB13AC}"/>
          </ac:spMkLst>
        </pc:spChg>
        <pc:spChg chg="add mod">
          <ac:chgData name="강희재" userId="5f137378-fb9e-4efa-89ca-3d5ddf85b964" providerId="ADAL" clId="{385AABE9-A48F-4841-8388-4EC9B2C1B970}" dt="2021-02-17T04:57:52.483" v="91" actId="14100"/>
          <ac:spMkLst>
            <pc:docMk/>
            <pc:sldMk cId="2653213612" sldId="320"/>
            <ac:spMk id="27" creationId="{DE37789F-2005-41E7-9B31-9AE1309D8A22}"/>
          </ac:spMkLst>
        </pc:spChg>
        <pc:spChg chg="mod">
          <ac:chgData name="강희재" userId="5f137378-fb9e-4efa-89ca-3d5ddf85b964" providerId="ADAL" clId="{385AABE9-A48F-4841-8388-4EC9B2C1B970}" dt="2021-02-17T04:57:31.103" v="84" actId="1076"/>
          <ac:spMkLst>
            <pc:docMk/>
            <pc:sldMk cId="2653213612" sldId="320"/>
            <ac:spMk id="31" creationId="{57E8ED15-2990-4A32-9173-9A188546741D}"/>
          </ac:spMkLst>
        </pc:spChg>
        <pc:picChg chg="add del mod ord">
          <ac:chgData name="강희재" userId="5f137378-fb9e-4efa-89ca-3d5ddf85b964" providerId="ADAL" clId="{385AABE9-A48F-4841-8388-4EC9B2C1B970}" dt="2021-02-17T04:56:17.954" v="70" actId="478"/>
          <ac:picMkLst>
            <pc:docMk/>
            <pc:sldMk cId="2653213612" sldId="320"/>
            <ac:picMk id="5" creationId="{EBCBF907-9745-47AA-A48A-431960DD0CE2}"/>
          </ac:picMkLst>
        </pc:picChg>
        <pc:picChg chg="del">
          <ac:chgData name="강희재" userId="5f137378-fb9e-4efa-89ca-3d5ddf85b964" providerId="ADAL" clId="{385AABE9-A48F-4841-8388-4EC9B2C1B970}" dt="2021-02-17T04:54:14.778" v="57" actId="478"/>
          <ac:picMkLst>
            <pc:docMk/>
            <pc:sldMk cId="2653213612" sldId="320"/>
            <ac:picMk id="8" creationId="{2B4FB205-174D-465C-B9C0-47F370A5E1E0}"/>
          </ac:picMkLst>
        </pc:picChg>
        <pc:picChg chg="add del">
          <ac:chgData name="강희재" userId="5f137378-fb9e-4efa-89ca-3d5ddf85b964" providerId="ADAL" clId="{385AABE9-A48F-4841-8388-4EC9B2C1B970}" dt="2021-02-17T04:55:41.991" v="60" actId="478"/>
          <ac:picMkLst>
            <pc:docMk/>
            <pc:sldMk cId="2653213612" sldId="320"/>
            <ac:picMk id="12" creationId="{B24C9B87-59DA-4662-99DC-2340C811C98C}"/>
          </ac:picMkLst>
        </pc:picChg>
        <pc:picChg chg="add del mod">
          <ac:chgData name="강희재" userId="5f137378-fb9e-4efa-89ca-3d5ddf85b964" providerId="ADAL" clId="{385AABE9-A48F-4841-8388-4EC9B2C1B970}" dt="2021-02-17T04:55:46.771" v="63" actId="478"/>
          <ac:picMkLst>
            <pc:docMk/>
            <pc:sldMk cId="2653213612" sldId="320"/>
            <ac:picMk id="16" creationId="{4C5F75C0-8E5A-4D8C-A099-5EA51A725AFD}"/>
          </ac:picMkLst>
        </pc:picChg>
        <pc:picChg chg="add del mod ord">
          <ac:chgData name="강희재" userId="5f137378-fb9e-4efa-89ca-3d5ddf85b964" providerId="ADAL" clId="{385AABE9-A48F-4841-8388-4EC9B2C1B970}" dt="2021-02-17T04:57:19.202" v="82" actId="478"/>
          <ac:picMkLst>
            <pc:docMk/>
            <pc:sldMk cId="2653213612" sldId="320"/>
            <ac:picMk id="18" creationId="{D57972B9-4AC1-43EC-ABFD-D260375CBD2F}"/>
          </ac:picMkLst>
        </pc:picChg>
        <pc:picChg chg="add mod ord">
          <ac:chgData name="강희재" userId="5f137378-fb9e-4efa-89ca-3d5ddf85b964" providerId="ADAL" clId="{385AABE9-A48F-4841-8388-4EC9B2C1B970}" dt="2021-02-17T04:57:20.202" v="83" actId="108"/>
          <ac:picMkLst>
            <pc:docMk/>
            <pc:sldMk cId="2653213612" sldId="320"/>
            <ac:picMk id="20" creationId="{3AF76D4B-B226-4924-8403-543BBFA31E60}"/>
          </ac:picMkLst>
        </pc:picChg>
        <pc:picChg chg="add del mod">
          <ac:chgData name="강희재" userId="5f137378-fb9e-4efa-89ca-3d5ddf85b964" providerId="ADAL" clId="{385AABE9-A48F-4841-8388-4EC9B2C1B970}" dt="2021-02-17T05:04:10.840" v="271" actId="21"/>
          <ac:picMkLst>
            <pc:docMk/>
            <pc:sldMk cId="2653213612" sldId="320"/>
            <ac:picMk id="34" creationId="{C575BBA7-EE65-41CB-9C65-C7F7BEF1FD7E}"/>
          </ac:picMkLst>
        </pc:picChg>
        <pc:cxnChg chg="add mod">
          <ac:chgData name="강희재" userId="5f137378-fb9e-4efa-89ca-3d5ddf85b964" providerId="ADAL" clId="{385AABE9-A48F-4841-8388-4EC9B2C1B970}" dt="2021-02-17T04:58:05.659" v="93" actId="692"/>
          <ac:cxnSpMkLst>
            <pc:docMk/>
            <pc:sldMk cId="2653213612" sldId="320"/>
            <ac:cxnSpMk id="22" creationId="{5E3D6B30-7508-4146-A69F-CE133DFB9E70}"/>
          </ac:cxnSpMkLst>
        </pc:cxnChg>
        <pc:cxnChg chg="add mod">
          <ac:chgData name="강희재" userId="5f137378-fb9e-4efa-89ca-3d5ddf85b964" providerId="ADAL" clId="{385AABE9-A48F-4841-8388-4EC9B2C1B970}" dt="2021-02-17T04:58:18.464" v="98" actId="14100"/>
          <ac:cxnSpMkLst>
            <pc:docMk/>
            <pc:sldMk cId="2653213612" sldId="320"/>
            <ac:cxnSpMk id="30" creationId="{E7224157-4583-4B93-830F-32CAD6F11C76}"/>
          </ac:cxnSpMkLst>
        </pc:cxnChg>
        <pc:cxnChg chg="add del mod">
          <ac:chgData name="강희재" userId="5f137378-fb9e-4efa-89ca-3d5ddf85b964" providerId="ADAL" clId="{385AABE9-A48F-4841-8388-4EC9B2C1B970}" dt="2021-02-17T05:04:06.267" v="270" actId="478"/>
          <ac:cxnSpMkLst>
            <pc:docMk/>
            <pc:sldMk cId="2653213612" sldId="320"/>
            <ac:cxnSpMk id="37" creationId="{10222298-1606-4BD3-9580-98FD49B27EAF}"/>
          </ac:cxnSpMkLst>
        </pc:cxnChg>
      </pc:sldChg>
      <pc:sldChg chg="addSp delSp modSp mod">
        <pc:chgData name="강희재" userId="5f137378-fb9e-4efa-89ca-3d5ddf85b964" providerId="ADAL" clId="{385AABE9-A48F-4841-8388-4EC9B2C1B970}" dt="2021-02-17T05:23:16.140" v="1681"/>
        <pc:sldMkLst>
          <pc:docMk/>
          <pc:sldMk cId="3065049994" sldId="321"/>
        </pc:sldMkLst>
        <pc:spChg chg="mod">
          <ac:chgData name="강희재" userId="5f137378-fb9e-4efa-89ca-3d5ddf85b964" providerId="ADAL" clId="{385AABE9-A48F-4841-8388-4EC9B2C1B970}" dt="2021-02-17T04:38:43.476" v="0"/>
          <ac:spMkLst>
            <pc:docMk/>
            <pc:sldMk cId="3065049994" sldId="321"/>
            <ac:spMk id="7" creationId="{00000000-0000-0000-0000-000000000000}"/>
          </ac:spMkLst>
        </pc:spChg>
        <pc:spChg chg="mod">
          <ac:chgData name="강희재" userId="5f137378-fb9e-4efa-89ca-3d5ddf85b964" providerId="ADAL" clId="{385AABE9-A48F-4841-8388-4EC9B2C1B970}" dt="2021-02-17T05:07:26.508" v="725" actId="1076"/>
          <ac:spMkLst>
            <pc:docMk/>
            <pc:sldMk cId="3065049994" sldId="321"/>
            <ac:spMk id="13" creationId="{55B0ED2F-7730-4874-9932-56E1F0AB64E9}"/>
          </ac:spMkLst>
        </pc:spChg>
        <pc:spChg chg="mod">
          <ac:chgData name="강희재" userId="5f137378-fb9e-4efa-89ca-3d5ddf85b964" providerId="ADAL" clId="{385AABE9-A48F-4841-8388-4EC9B2C1B970}" dt="2021-02-17T05:23:16.140" v="1681"/>
          <ac:spMkLst>
            <pc:docMk/>
            <pc:sldMk cId="3065049994" sldId="321"/>
            <ac:spMk id="14" creationId="{523B1517-9F72-4EFA-AC15-C16BA373338C}"/>
          </ac:spMkLst>
        </pc:spChg>
        <pc:spChg chg="add del mod">
          <ac:chgData name="강희재" userId="5f137378-fb9e-4efa-89ca-3d5ddf85b964" providerId="ADAL" clId="{385AABE9-A48F-4841-8388-4EC9B2C1B970}" dt="2021-02-17T05:09:36.268" v="873" actId="478"/>
          <ac:spMkLst>
            <pc:docMk/>
            <pc:sldMk cId="3065049994" sldId="321"/>
            <ac:spMk id="22" creationId="{0119A7AB-2791-4AFC-92AA-F96D98C8259E}"/>
          </ac:spMkLst>
        </pc:spChg>
        <pc:spChg chg="mod">
          <ac:chgData name="강희재" userId="5f137378-fb9e-4efa-89ca-3d5ddf85b964" providerId="ADAL" clId="{385AABE9-A48F-4841-8388-4EC9B2C1B970}" dt="2021-02-17T05:09:52.075" v="880" actId="14100"/>
          <ac:spMkLst>
            <pc:docMk/>
            <pc:sldMk cId="3065049994" sldId="321"/>
            <ac:spMk id="24" creationId="{5A2879F5-08A6-4EDD-AAE8-EE480C8643C0}"/>
          </ac:spMkLst>
        </pc:spChg>
        <pc:spChg chg="add del mod">
          <ac:chgData name="강희재" userId="5f137378-fb9e-4efa-89ca-3d5ddf85b964" providerId="ADAL" clId="{385AABE9-A48F-4841-8388-4EC9B2C1B970}" dt="2021-02-17T05:09:34.623" v="872" actId="478"/>
          <ac:spMkLst>
            <pc:docMk/>
            <pc:sldMk cId="3065049994" sldId="321"/>
            <ac:spMk id="25" creationId="{C0D67A91-1440-479B-9A23-2A533ADA4606}"/>
          </ac:spMkLst>
        </pc:spChg>
        <pc:spChg chg="mod">
          <ac:chgData name="강희재" userId="5f137378-fb9e-4efa-89ca-3d5ddf85b964" providerId="ADAL" clId="{385AABE9-A48F-4841-8388-4EC9B2C1B970}" dt="2021-02-17T05:09:48.035" v="879" actId="1076"/>
          <ac:spMkLst>
            <pc:docMk/>
            <pc:sldMk cId="3065049994" sldId="321"/>
            <ac:spMk id="31" creationId="{57E8ED15-2990-4A32-9173-9A188546741D}"/>
          </ac:spMkLst>
        </pc:spChg>
        <pc:picChg chg="del">
          <ac:chgData name="강희재" userId="5f137378-fb9e-4efa-89ca-3d5ddf85b964" providerId="ADAL" clId="{385AABE9-A48F-4841-8388-4EC9B2C1B970}" dt="2021-02-17T05:04:22.267" v="277" actId="478"/>
          <ac:picMkLst>
            <pc:docMk/>
            <pc:sldMk cId="3065049994" sldId="321"/>
            <ac:picMk id="5" creationId="{6E11A620-166C-4717-BE11-298C199BA7B7}"/>
          </ac:picMkLst>
        </pc:picChg>
        <pc:picChg chg="add del">
          <ac:chgData name="강희재" userId="5f137378-fb9e-4efa-89ca-3d5ddf85b964" providerId="ADAL" clId="{385AABE9-A48F-4841-8388-4EC9B2C1B970}" dt="2021-02-17T05:06:43.044" v="715" actId="22"/>
          <ac:picMkLst>
            <pc:docMk/>
            <pc:sldMk cId="3065049994" sldId="321"/>
            <ac:picMk id="8" creationId="{B112FCE6-AEB8-4B7D-83FB-5F00321F761F}"/>
          </ac:picMkLst>
        </pc:picChg>
        <pc:picChg chg="add del mod ord">
          <ac:chgData name="강희재" userId="5f137378-fb9e-4efa-89ca-3d5ddf85b964" providerId="ADAL" clId="{385AABE9-A48F-4841-8388-4EC9B2C1B970}" dt="2021-02-17T05:09:28.418" v="869" actId="21"/>
          <ac:picMkLst>
            <pc:docMk/>
            <pc:sldMk cId="3065049994" sldId="321"/>
            <ac:picMk id="12" creationId="{D0F218DD-A300-47C3-9D6E-1ECDFE7B8C93}"/>
          </ac:picMkLst>
        </pc:picChg>
        <pc:picChg chg="add mod ord">
          <ac:chgData name="강희재" userId="5f137378-fb9e-4efa-89ca-3d5ddf85b964" providerId="ADAL" clId="{385AABE9-A48F-4841-8388-4EC9B2C1B970}" dt="2021-02-17T05:09:43.044" v="877" actId="167"/>
          <ac:picMkLst>
            <pc:docMk/>
            <pc:sldMk cId="3065049994" sldId="321"/>
            <ac:picMk id="16" creationId="{55A72ABC-15F0-46AD-AD84-C7FA02C746FA}"/>
          </ac:picMkLst>
        </pc:picChg>
        <pc:picChg chg="add del mod ord">
          <ac:chgData name="강희재" userId="5f137378-fb9e-4efa-89ca-3d5ddf85b964" providerId="ADAL" clId="{385AABE9-A48F-4841-8388-4EC9B2C1B970}" dt="2021-02-17T05:07:48.330" v="763" actId="478"/>
          <ac:picMkLst>
            <pc:docMk/>
            <pc:sldMk cId="3065049994" sldId="321"/>
            <ac:picMk id="21" creationId="{50558083-2B74-4D92-AC36-C1B731F4B6A4}"/>
          </ac:picMkLst>
        </pc:picChg>
        <pc:picChg chg="add del mod ord">
          <ac:chgData name="강희재" userId="5f137378-fb9e-4efa-89ca-3d5ddf85b964" providerId="ADAL" clId="{385AABE9-A48F-4841-8388-4EC9B2C1B970}" dt="2021-02-17T05:09:44.187" v="878" actId="478"/>
          <ac:picMkLst>
            <pc:docMk/>
            <pc:sldMk cId="3065049994" sldId="321"/>
            <ac:picMk id="26" creationId="{3BBD4BD1-2661-48D5-8F5E-EE9AC01F8E13}"/>
          </ac:picMkLst>
        </pc:picChg>
      </pc:sldChg>
      <pc:sldChg chg="addSp delSp modSp mod">
        <pc:chgData name="강희재" userId="5f137378-fb9e-4efa-89ca-3d5ddf85b964" providerId="ADAL" clId="{385AABE9-A48F-4841-8388-4EC9B2C1B970}" dt="2021-02-23T02:08:35.803" v="2336" actId="1035"/>
        <pc:sldMkLst>
          <pc:docMk/>
          <pc:sldMk cId="3061794371" sldId="322"/>
        </pc:sldMkLst>
        <pc:spChg chg="mod">
          <ac:chgData name="강희재" userId="5f137378-fb9e-4efa-89ca-3d5ddf85b964" providerId="ADAL" clId="{385AABE9-A48F-4841-8388-4EC9B2C1B970}" dt="2021-02-17T04:38:43.476" v="0"/>
          <ac:spMkLst>
            <pc:docMk/>
            <pc:sldMk cId="3061794371" sldId="322"/>
            <ac:spMk id="7" creationId="{00000000-0000-0000-0000-000000000000}"/>
          </ac:spMkLst>
        </pc:spChg>
        <pc:spChg chg="mod">
          <ac:chgData name="강희재" userId="5f137378-fb9e-4efa-89ca-3d5ddf85b964" providerId="ADAL" clId="{385AABE9-A48F-4841-8388-4EC9B2C1B970}" dt="2021-02-23T02:06:49.044" v="2321"/>
          <ac:spMkLst>
            <pc:docMk/>
            <pc:sldMk cId="3061794371" sldId="322"/>
            <ac:spMk id="14" creationId="{523B1517-9F72-4EFA-AC15-C16BA373338C}"/>
          </ac:spMkLst>
        </pc:spChg>
        <pc:spChg chg="add del mod">
          <ac:chgData name="강희재" userId="5f137378-fb9e-4efa-89ca-3d5ddf85b964" providerId="ADAL" clId="{385AABE9-A48F-4841-8388-4EC9B2C1B970}" dt="2021-02-17T07:16:56.825" v="1947" actId="20577"/>
          <ac:spMkLst>
            <pc:docMk/>
            <pc:sldMk cId="3061794371" sldId="322"/>
            <ac:spMk id="15" creationId="{E2A8347A-DA4F-4F1C-9505-F8983A87C653}"/>
          </ac:spMkLst>
        </pc:spChg>
        <pc:spChg chg="del">
          <ac:chgData name="강희재" userId="5f137378-fb9e-4efa-89ca-3d5ddf85b964" providerId="ADAL" clId="{385AABE9-A48F-4841-8388-4EC9B2C1B970}" dt="2021-02-17T05:10:07.183" v="886" actId="478"/>
          <ac:spMkLst>
            <pc:docMk/>
            <pc:sldMk cId="3061794371" sldId="322"/>
            <ac:spMk id="16" creationId="{9AA27132-654C-48B9-A83E-62DD38855E0B}"/>
          </ac:spMkLst>
        </pc:spChg>
        <pc:spChg chg="del">
          <ac:chgData name="강희재" userId="5f137378-fb9e-4efa-89ca-3d5ddf85b964" providerId="ADAL" clId="{385AABE9-A48F-4841-8388-4EC9B2C1B970}" dt="2021-02-17T05:10:05.852" v="885" actId="478"/>
          <ac:spMkLst>
            <pc:docMk/>
            <pc:sldMk cId="3061794371" sldId="322"/>
            <ac:spMk id="17" creationId="{4F956341-D4CF-485F-8C38-72DAAF481D68}"/>
          </ac:spMkLst>
        </pc:spChg>
        <pc:spChg chg="del">
          <ac:chgData name="강희재" userId="5f137378-fb9e-4efa-89ca-3d5ddf85b964" providerId="ADAL" clId="{385AABE9-A48F-4841-8388-4EC9B2C1B970}" dt="2021-02-17T05:15:20.392" v="1195" actId="478"/>
          <ac:spMkLst>
            <pc:docMk/>
            <pc:sldMk cId="3061794371" sldId="322"/>
            <ac:spMk id="18" creationId="{D56D349F-342A-488C-926B-0AC772135F8D}"/>
          </ac:spMkLst>
        </pc:spChg>
        <pc:spChg chg="del mod">
          <ac:chgData name="강희재" userId="5f137378-fb9e-4efa-89ca-3d5ddf85b964" providerId="ADAL" clId="{385AABE9-A48F-4841-8388-4EC9B2C1B970}" dt="2021-02-17T05:15:19.025" v="1194" actId="478"/>
          <ac:spMkLst>
            <pc:docMk/>
            <pc:sldMk cId="3061794371" sldId="322"/>
            <ac:spMk id="19" creationId="{BBBF6D6B-9012-4B81-9695-0B88105228F7}"/>
          </ac:spMkLst>
        </pc:spChg>
        <pc:spChg chg="mod ord">
          <ac:chgData name="강희재" userId="5f137378-fb9e-4efa-89ca-3d5ddf85b964" providerId="ADAL" clId="{385AABE9-A48F-4841-8388-4EC9B2C1B970}" dt="2021-02-17T05:17:00.979" v="1347" actId="1076"/>
          <ac:spMkLst>
            <pc:docMk/>
            <pc:sldMk cId="3061794371" sldId="322"/>
            <ac:spMk id="24" creationId="{5A2879F5-08A6-4EDD-AAE8-EE480C8643C0}"/>
          </ac:spMkLst>
        </pc:spChg>
        <pc:spChg chg="add mod">
          <ac:chgData name="강희재" userId="5f137378-fb9e-4efa-89ca-3d5ddf85b964" providerId="ADAL" clId="{385AABE9-A48F-4841-8388-4EC9B2C1B970}" dt="2021-02-17T05:22:33.746" v="1544" actId="1036"/>
          <ac:spMkLst>
            <pc:docMk/>
            <pc:sldMk cId="3061794371" sldId="322"/>
            <ac:spMk id="26" creationId="{5D319664-8D8A-4E00-BE5A-755036E50259}"/>
          </ac:spMkLst>
        </pc:spChg>
        <pc:spChg chg="add mod">
          <ac:chgData name="강희재" userId="5f137378-fb9e-4efa-89ca-3d5ddf85b964" providerId="ADAL" clId="{385AABE9-A48F-4841-8388-4EC9B2C1B970}" dt="2021-02-17T07:15:29.961" v="1863" actId="14100"/>
          <ac:spMkLst>
            <pc:docMk/>
            <pc:sldMk cId="3061794371" sldId="322"/>
            <ac:spMk id="27" creationId="{E1D5DCB8-BF90-4CBB-ACE3-336B46AFAA14}"/>
          </ac:spMkLst>
        </pc:spChg>
        <pc:spChg chg="add mod">
          <ac:chgData name="강희재" userId="5f137378-fb9e-4efa-89ca-3d5ddf85b964" providerId="ADAL" clId="{385AABE9-A48F-4841-8388-4EC9B2C1B970}" dt="2021-02-17T05:17:36.856" v="1358" actId="571"/>
          <ac:spMkLst>
            <pc:docMk/>
            <pc:sldMk cId="3061794371" sldId="322"/>
            <ac:spMk id="28" creationId="{0A3B986B-5FDD-4559-B63F-3E4CCB3C3E63}"/>
          </ac:spMkLst>
        </pc:spChg>
        <pc:spChg chg="add mod">
          <ac:chgData name="강희재" userId="5f137378-fb9e-4efa-89ca-3d5ddf85b964" providerId="ADAL" clId="{385AABE9-A48F-4841-8388-4EC9B2C1B970}" dt="2021-02-17T05:17:36.441" v="1357" actId="571"/>
          <ac:spMkLst>
            <pc:docMk/>
            <pc:sldMk cId="3061794371" sldId="322"/>
            <ac:spMk id="29" creationId="{5E63C225-AD98-4D06-8EA4-2C3F6C46E4CB}"/>
          </ac:spMkLst>
        </pc:spChg>
        <pc:spChg chg="add mod">
          <ac:chgData name="강희재" userId="5f137378-fb9e-4efa-89ca-3d5ddf85b964" providerId="ADAL" clId="{385AABE9-A48F-4841-8388-4EC9B2C1B970}" dt="2021-02-23T02:08:35.803" v="2336" actId="1035"/>
          <ac:spMkLst>
            <pc:docMk/>
            <pc:sldMk cId="3061794371" sldId="322"/>
            <ac:spMk id="30" creationId="{EBADB824-2767-4AC2-B1AE-A0DEC43A1935}"/>
          </ac:spMkLst>
        </pc:spChg>
        <pc:spChg chg="mod ord">
          <ac:chgData name="강희재" userId="5f137378-fb9e-4efa-89ca-3d5ddf85b964" providerId="ADAL" clId="{385AABE9-A48F-4841-8388-4EC9B2C1B970}" dt="2021-02-17T05:12:44.196" v="890" actId="1076"/>
          <ac:spMkLst>
            <pc:docMk/>
            <pc:sldMk cId="3061794371" sldId="322"/>
            <ac:spMk id="31" creationId="{57E8ED15-2990-4A32-9173-9A188546741D}"/>
          </ac:spMkLst>
        </pc:spChg>
        <pc:spChg chg="add mod">
          <ac:chgData name="강희재" userId="5f137378-fb9e-4efa-89ca-3d5ddf85b964" providerId="ADAL" clId="{385AABE9-A48F-4841-8388-4EC9B2C1B970}" dt="2021-02-23T02:08:35.803" v="2336" actId="1035"/>
          <ac:spMkLst>
            <pc:docMk/>
            <pc:sldMk cId="3061794371" sldId="322"/>
            <ac:spMk id="32" creationId="{3287C9E4-5B01-4E9F-A65D-2688AF556EAC}"/>
          </ac:spMkLst>
        </pc:spChg>
        <pc:spChg chg="add mod">
          <ac:chgData name="강희재" userId="5f137378-fb9e-4efa-89ca-3d5ddf85b964" providerId="ADAL" clId="{385AABE9-A48F-4841-8388-4EC9B2C1B970}" dt="2021-02-23T02:08:35.803" v="2336" actId="1035"/>
          <ac:spMkLst>
            <pc:docMk/>
            <pc:sldMk cId="3061794371" sldId="322"/>
            <ac:spMk id="33" creationId="{56281BDD-9CC3-41F3-A460-214E0D6AF2B0}"/>
          </ac:spMkLst>
        </pc:spChg>
        <pc:picChg chg="del">
          <ac:chgData name="강희재" userId="5f137378-fb9e-4efa-89ca-3d5ddf85b964" providerId="ADAL" clId="{385AABE9-A48F-4841-8388-4EC9B2C1B970}" dt="2021-02-17T05:10:01.323" v="884" actId="478"/>
          <ac:picMkLst>
            <pc:docMk/>
            <pc:sldMk cId="3061794371" sldId="322"/>
            <ac:picMk id="5" creationId="{6E11A620-166C-4717-BE11-298C199BA7B7}"/>
          </ac:picMkLst>
        </pc:picChg>
        <pc:picChg chg="add del mod">
          <ac:chgData name="강희재" userId="5f137378-fb9e-4efa-89ca-3d5ddf85b964" providerId="ADAL" clId="{385AABE9-A48F-4841-8388-4EC9B2C1B970}" dt="2021-02-17T05:15:54.082" v="1202" actId="478"/>
          <ac:picMkLst>
            <pc:docMk/>
            <pc:sldMk cId="3061794371" sldId="322"/>
            <ac:picMk id="8" creationId="{53BA255B-FD70-42A8-ADE0-715C04727CC5}"/>
          </ac:picMkLst>
        </pc:picChg>
        <pc:picChg chg="add mod">
          <ac:chgData name="강희재" userId="5f137378-fb9e-4efa-89ca-3d5ddf85b964" providerId="ADAL" clId="{385AABE9-A48F-4841-8388-4EC9B2C1B970}" dt="2021-02-17T05:16:20.979" v="1204" actId="1076"/>
          <ac:picMkLst>
            <pc:docMk/>
            <pc:sldMk cId="3061794371" sldId="322"/>
            <ac:picMk id="12" creationId="{6C6FB9B8-0DB7-48EF-ACA0-1D65E3A007B9}"/>
          </ac:picMkLst>
        </pc:picChg>
        <pc:picChg chg="add mod">
          <ac:chgData name="강희재" userId="5f137378-fb9e-4efa-89ca-3d5ddf85b964" providerId="ADAL" clId="{385AABE9-A48F-4841-8388-4EC9B2C1B970}" dt="2021-02-17T05:16:50.867" v="1345" actId="1076"/>
          <ac:picMkLst>
            <pc:docMk/>
            <pc:sldMk cId="3061794371" sldId="322"/>
            <ac:picMk id="20" creationId="{F5FBDDDD-56C7-43E0-83BD-B97B302AA0BE}"/>
          </ac:picMkLst>
        </pc:picChg>
        <pc:picChg chg="add mod ord">
          <ac:chgData name="강희재" userId="5f137378-fb9e-4efa-89ca-3d5ddf85b964" providerId="ADAL" clId="{385AABE9-A48F-4841-8388-4EC9B2C1B970}" dt="2021-02-17T05:10:00.384" v="883" actId="167"/>
          <ac:picMkLst>
            <pc:docMk/>
            <pc:sldMk cId="3061794371" sldId="322"/>
            <ac:picMk id="21" creationId="{32CC55B9-EC05-44C2-99B5-750DD29C2D05}"/>
          </ac:picMkLst>
        </pc:picChg>
        <pc:cxnChg chg="add mod">
          <ac:chgData name="강희재" userId="5f137378-fb9e-4efa-89ca-3d5ddf85b964" providerId="ADAL" clId="{385AABE9-A48F-4841-8388-4EC9B2C1B970}" dt="2021-02-23T02:08:35.803" v="2336" actId="1035"/>
          <ac:cxnSpMkLst>
            <pc:docMk/>
            <pc:sldMk cId="3061794371" sldId="322"/>
            <ac:cxnSpMk id="34" creationId="{D5676764-7DA0-49A8-B8EA-F5E84354AC17}"/>
          </ac:cxnSpMkLst>
        </pc:cxnChg>
      </pc:sldChg>
      <pc:sldChg chg="addSp delSp modSp mod">
        <pc:chgData name="강희재" userId="5f137378-fb9e-4efa-89ca-3d5ddf85b964" providerId="ADAL" clId="{385AABE9-A48F-4841-8388-4EC9B2C1B970}" dt="2021-02-17T05:28:12.028" v="1861" actId="207"/>
        <pc:sldMkLst>
          <pc:docMk/>
          <pc:sldMk cId="513514256" sldId="323"/>
        </pc:sldMkLst>
        <pc:spChg chg="mod">
          <ac:chgData name="강희재" userId="5f137378-fb9e-4efa-89ca-3d5ddf85b964" providerId="ADAL" clId="{385AABE9-A48F-4841-8388-4EC9B2C1B970}" dt="2021-02-17T04:38:43.476" v="0"/>
          <ac:spMkLst>
            <pc:docMk/>
            <pc:sldMk cId="513514256" sldId="323"/>
            <ac:spMk id="7" creationId="{00000000-0000-0000-0000-000000000000}"/>
          </ac:spMkLst>
        </pc:spChg>
        <pc:spChg chg="mod">
          <ac:chgData name="강희재" userId="5f137378-fb9e-4efa-89ca-3d5ddf85b964" providerId="ADAL" clId="{385AABE9-A48F-4841-8388-4EC9B2C1B970}" dt="2021-02-17T05:25:14.635" v="1751"/>
          <ac:spMkLst>
            <pc:docMk/>
            <pc:sldMk cId="513514256" sldId="323"/>
            <ac:spMk id="14" creationId="{523B1517-9F72-4EFA-AC15-C16BA373338C}"/>
          </ac:spMkLst>
        </pc:spChg>
        <pc:spChg chg="mod">
          <ac:chgData name="강희재" userId="5f137378-fb9e-4efa-89ca-3d5ddf85b964" providerId="ADAL" clId="{385AABE9-A48F-4841-8388-4EC9B2C1B970}" dt="2021-02-17T05:24:58.204" v="1699" actId="14100"/>
          <ac:spMkLst>
            <pc:docMk/>
            <pc:sldMk cId="513514256" sldId="323"/>
            <ac:spMk id="24" creationId="{5A2879F5-08A6-4EDD-AAE8-EE480C8643C0}"/>
          </ac:spMkLst>
        </pc:spChg>
        <pc:spChg chg="add mod">
          <ac:chgData name="강희재" userId="5f137378-fb9e-4efa-89ca-3d5ddf85b964" providerId="ADAL" clId="{385AABE9-A48F-4841-8388-4EC9B2C1B970}" dt="2021-02-17T05:26:48.917" v="1761" actId="20577"/>
          <ac:spMkLst>
            <pc:docMk/>
            <pc:sldMk cId="513514256" sldId="323"/>
            <ac:spMk id="25" creationId="{9137856E-440F-47C0-91EB-1B431354F1D4}"/>
          </ac:spMkLst>
        </pc:spChg>
        <pc:spChg chg="add mod">
          <ac:chgData name="강희재" userId="5f137378-fb9e-4efa-89ca-3d5ddf85b964" providerId="ADAL" clId="{385AABE9-A48F-4841-8388-4EC9B2C1B970}" dt="2021-02-17T05:27:30.955" v="1850" actId="14100"/>
          <ac:spMkLst>
            <pc:docMk/>
            <pc:sldMk cId="513514256" sldId="323"/>
            <ac:spMk id="26" creationId="{CAD7F25F-F374-41CD-98C4-B8E3EFBF735A}"/>
          </ac:spMkLst>
        </pc:spChg>
        <pc:spChg chg="add mod">
          <ac:chgData name="강희재" userId="5f137378-fb9e-4efa-89ca-3d5ddf85b964" providerId="ADAL" clId="{385AABE9-A48F-4841-8388-4EC9B2C1B970}" dt="2021-02-17T05:27:07.929" v="1766" actId="20577"/>
          <ac:spMkLst>
            <pc:docMk/>
            <pc:sldMk cId="513514256" sldId="323"/>
            <ac:spMk id="27" creationId="{1A3A9081-04A8-4CD0-A6F8-2AD129087528}"/>
          </ac:spMkLst>
        </pc:spChg>
        <pc:spChg chg="add mod">
          <ac:chgData name="강희재" userId="5f137378-fb9e-4efa-89ca-3d5ddf85b964" providerId="ADAL" clId="{385AABE9-A48F-4841-8388-4EC9B2C1B970}" dt="2021-02-17T05:28:12.028" v="1861" actId="207"/>
          <ac:spMkLst>
            <pc:docMk/>
            <pc:sldMk cId="513514256" sldId="323"/>
            <ac:spMk id="28" creationId="{EA394757-8789-4C8E-9589-9404401BAF56}"/>
          </ac:spMkLst>
        </pc:spChg>
        <pc:spChg chg="add mod">
          <ac:chgData name="강희재" userId="5f137378-fb9e-4efa-89ca-3d5ddf85b964" providerId="ADAL" clId="{385AABE9-A48F-4841-8388-4EC9B2C1B970}" dt="2021-02-17T05:27:43.419" v="1856" actId="14100"/>
          <ac:spMkLst>
            <pc:docMk/>
            <pc:sldMk cId="513514256" sldId="323"/>
            <ac:spMk id="29" creationId="{A15802DC-747F-4606-885F-1232BE90C854}"/>
          </ac:spMkLst>
        </pc:spChg>
        <pc:spChg chg="mod">
          <ac:chgData name="강희재" userId="5f137378-fb9e-4efa-89ca-3d5ddf85b964" providerId="ADAL" clId="{385AABE9-A48F-4841-8388-4EC9B2C1B970}" dt="2021-02-17T05:24:52.939" v="1698" actId="1076"/>
          <ac:spMkLst>
            <pc:docMk/>
            <pc:sldMk cId="513514256" sldId="323"/>
            <ac:spMk id="31" creationId="{57E8ED15-2990-4A32-9173-9A188546741D}"/>
          </ac:spMkLst>
        </pc:spChg>
        <pc:picChg chg="add del mod ord">
          <ac:chgData name="강희재" userId="5f137378-fb9e-4efa-89ca-3d5ddf85b964" providerId="ADAL" clId="{385AABE9-A48F-4841-8388-4EC9B2C1B970}" dt="2021-02-17T05:26:39.812" v="1758" actId="478"/>
          <ac:picMkLst>
            <pc:docMk/>
            <pc:sldMk cId="513514256" sldId="323"/>
            <ac:picMk id="5" creationId="{55AF8DD1-BCFE-489C-B5AE-2EF0800A499F}"/>
          </ac:picMkLst>
        </pc:picChg>
        <pc:picChg chg="del">
          <ac:chgData name="강희재" userId="5f137378-fb9e-4efa-89ca-3d5ddf85b964" providerId="ADAL" clId="{385AABE9-A48F-4841-8388-4EC9B2C1B970}" dt="2021-02-17T05:24:45.242" v="1696" actId="478"/>
          <ac:picMkLst>
            <pc:docMk/>
            <pc:sldMk cId="513514256" sldId="323"/>
            <ac:picMk id="8" creationId="{B8AAF945-7992-48C9-BD96-600234720FCC}"/>
          </ac:picMkLst>
        </pc:picChg>
        <pc:picChg chg="add mod ord">
          <ac:chgData name="강희재" userId="5f137378-fb9e-4efa-89ca-3d5ddf85b964" providerId="ADAL" clId="{385AABE9-A48F-4841-8388-4EC9B2C1B970}" dt="2021-02-17T05:26:37.925" v="1757" actId="167"/>
          <ac:picMkLst>
            <pc:docMk/>
            <pc:sldMk cId="513514256" sldId="323"/>
            <ac:picMk id="12" creationId="{8653213C-3787-4F22-BDF4-D23C9C317770}"/>
          </ac:picMkLst>
        </pc:picChg>
        <pc:picChg chg="del">
          <ac:chgData name="강희재" userId="5f137378-fb9e-4efa-89ca-3d5ddf85b964" providerId="ADAL" clId="{385AABE9-A48F-4841-8388-4EC9B2C1B970}" dt="2021-02-17T05:24:33.403" v="1692" actId="478"/>
          <ac:picMkLst>
            <pc:docMk/>
            <pc:sldMk cId="513514256" sldId="323"/>
            <ac:picMk id="20" creationId="{1368E1FB-5D23-4ED6-A1C3-DA4F82C6F8C6}"/>
          </ac:picMkLst>
        </pc:picChg>
        <pc:cxnChg chg="add mod">
          <ac:chgData name="강희재" userId="5f137378-fb9e-4efa-89ca-3d5ddf85b964" providerId="ADAL" clId="{385AABE9-A48F-4841-8388-4EC9B2C1B970}" dt="2021-02-17T05:28:06.699" v="1860" actId="108"/>
          <ac:cxnSpMkLst>
            <pc:docMk/>
            <pc:sldMk cId="513514256" sldId="323"/>
            <ac:cxnSpMk id="16" creationId="{742B9D31-1C0D-46D2-A62E-0C221555E908}"/>
          </ac:cxnSpMkLst>
        </pc:cxnChg>
        <pc:cxnChg chg="del mod">
          <ac:chgData name="강희재" userId="5f137378-fb9e-4efa-89ca-3d5ddf85b964" providerId="ADAL" clId="{385AABE9-A48F-4841-8388-4EC9B2C1B970}" dt="2021-02-17T05:24:49.005" v="1697" actId="478"/>
          <ac:cxnSpMkLst>
            <pc:docMk/>
            <pc:sldMk cId="513514256" sldId="323"/>
            <ac:cxnSpMk id="22" creationId="{6D241B18-CCE1-4952-8293-43A359448444}"/>
          </ac:cxnSpMkLst>
        </pc:cxnChg>
      </pc:sldChg>
      <pc:sldChg chg="addSp delSp modSp add mod">
        <pc:chgData name="강희재" userId="5f137378-fb9e-4efa-89ca-3d5ddf85b964" providerId="ADAL" clId="{385AABE9-A48F-4841-8388-4EC9B2C1B970}" dt="2021-02-17T07:23:33.946" v="2107" actId="207"/>
        <pc:sldMkLst>
          <pc:docMk/>
          <pc:sldMk cId="358532572" sldId="324"/>
        </pc:sldMkLst>
        <pc:spChg chg="mod">
          <ac:chgData name="강희재" userId="5f137378-fb9e-4efa-89ca-3d5ddf85b964" providerId="ADAL" clId="{385AABE9-A48F-4841-8388-4EC9B2C1B970}" dt="2021-02-17T07:23:33.946" v="2107" actId="207"/>
          <ac:spMkLst>
            <pc:docMk/>
            <pc:sldMk cId="358532572" sldId="324"/>
            <ac:spMk id="14" creationId="{523B1517-9F72-4EFA-AC15-C16BA373338C}"/>
          </ac:spMkLst>
        </pc:spChg>
        <pc:spChg chg="mod">
          <ac:chgData name="강희재" userId="5f137378-fb9e-4efa-89ca-3d5ddf85b964" providerId="ADAL" clId="{385AABE9-A48F-4841-8388-4EC9B2C1B970}" dt="2021-02-17T07:22:32.401" v="1962" actId="14100"/>
          <ac:spMkLst>
            <pc:docMk/>
            <pc:sldMk cId="358532572" sldId="324"/>
            <ac:spMk id="24" creationId="{5A2879F5-08A6-4EDD-AAE8-EE480C8643C0}"/>
          </ac:spMkLst>
        </pc:spChg>
        <pc:spChg chg="del">
          <ac:chgData name="강희재" userId="5f137378-fb9e-4efa-89ca-3d5ddf85b964" providerId="ADAL" clId="{385AABE9-A48F-4841-8388-4EC9B2C1B970}" dt="2021-02-17T07:22:21.907" v="1959" actId="478"/>
          <ac:spMkLst>
            <pc:docMk/>
            <pc:sldMk cId="358532572" sldId="324"/>
            <ac:spMk id="25" creationId="{9137856E-440F-47C0-91EB-1B431354F1D4}"/>
          </ac:spMkLst>
        </pc:spChg>
        <pc:spChg chg="del">
          <ac:chgData name="강희재" userId="5f137378-fb9e-4efa-89ca-3d5ddf85b964" providerId="ADAL" clId="{385AABE9-A48F-4841-8388-4EC9B2C1B970}" dt="2021-02-17T07:22:23.727" v="1960" actId="478"/>
          <ac:spMkLst>
            <pc:docMk/>
            <pc:sldMk cId="358532572" sldId="324"/>
            <ac:spMk id="26" creationId="{CAD7F25F-F374-41CD-98C4-B8E3EFBF735A}"/>
          </ac:spMkLst>
        </pc:spChg>
        <pc:spChg chg="del">
          <ac:chgData name="강희재" userId="5f137378-fb9e-4efa-89ca-3d5ddf85b964" providerId="ADAL" clId="{385AABE9-A48F-4841-8388-4EC9B2C1B970}" dt="2021-02-17T07:23:06.777" v="1972" actId="478"/>
          <ac:spMkLst>
            <pc:docMk/>
            <pc:sldMk cId="358532572" sldId="324"/>
            <ac:spMk id="27" creationId="{1A3A9081-04A8-4CD0-A6F8-2AD129087528}"/>
          </ac:spMkLst>
        </pc:spChg>
        <pc:spChg chg="del">
          <ac:chgData name="강희재" userId="5f137378-fb9e-4efa-89ca-3d5ddf85b964" providerId="ADAL" clId="{385AABE9-A48F-4841-8388-4EC9B2C1B970}" dt="2021-02-17T07:23:03.795" v="1971" actId="478"/>
          <ac:spMkLst>
            <pc:docMk/>
            <pc:sldMk cId="358532572" sldId="324"/>
            <ac:spMk id="28" creationId="{EA394757-8789-4C8E-9589-9404401BAF56}"/>
          </ac:spMkLst>
        </pc:spChg>
        <pc:spChg chg="mod">
          <ac:chgData name="강희재" userId="5f137378-fb9e-4efa-89ca-3d5ddf85b964" providerId="ADAL" clId="{385AABE9-A48F-4841-8388-4EC9B2C1B970}" dt="2021-02-17T07:22:48.725" v="1966" actId="14100"/>
          <ac:spMkLst>
            <pc:docMk/>
            <pc:sldMk cId="358532572" sldId="324"/>
            <ac:spMk id="29" creationId="{A15802DC-747F-4606-885F-1232BE90C854}"/>
          </ac:spMkLst>
        </pc:spChg>
        <pc:spChg chg="mod">
          <ac:chgData name="강희재" userId="5f137378-fb9e-4efa-89ca-3d5ddf85b964" providerId="ADAL" clId="{385AABE9-A48F-4841-8388-4EC9B2C1B970}" dt="2021-02-17T07:22:28.617" v="1961" actId="1076"/>
          <ac:spMkLst>
            <pc:docMk/>
            <pc:sldMk cId="358532572" sldId="324"/>
            <ac:spMk id="31" creationId="{57E8ED15-2990-4A32-9173-9A188546741D}"/>
          </ac:spMkLst>
        </pc:spChg>
        <pc:picChg chg="add mod ord">
          <ac:chgData name="강희재" userId="5f137378-fb9e-4efa-89ca-3d5ddf85b964" providerId="ADAL" clId="{385AABE9-A48F-4841-8388-4EC9B2C1B970}" dt="2021-02-17T07:22:17.563" v="1958" actId="108"/>
          <ac:picMkLst>
            <pc:docMk/>
            <pc:sldMk cId="358532572" sldId="324"/>
            <ac:picMk id="5" creationId="{9B9B3CD5-6027-4FED-B27B-9872DE940F60}"/>
          </ac:picMkLst>
        </pc:picChg>
        <pc:picChg chg="del">
          <ac:chgData name="강희재" userId="5f137378-fb9e-4efa-89ca-3d5ddf85b964" providerId="ADAL" clId="{385AABE9-A48F-4841-8388-4EC9B2C1B970}" dt="2021-02-17T07:22:16.156" v="1957" actId="478"/>
          <ac:picMkLst>
            <pc:docMk/>
            <pc:sldMk cId="358532572" sldId="324"/>
            <ac:picMk id="12" creationId="{8653213C-3787-4F22-BDF4-D23C9C317770}"/>
          </ac:picMkLst>
        </pc:picChg>
        <pc:cxnChg chg="del mod">
          <ac:chgData name="강희재" userId="5f137378-fb9e-4efa-89ca-3d5ddf85b964" providerId="ADAL" clId="{385AABE9-A48F-4841-8388-4EC9B2C1B970}" dt="2021-02-17T07:22:43.014" v="1964" actId="478"/>
          <ac:cxnSpMkLst>
            <pc:docMk/>
            <pc:sldMk cId="358532572" sldId="324"/>
            <ac:cxnSpMk id="16" creationId="{742B9D31-1C0D-46D2-A62E-0C221555E908}"/>
          </ac:cxnSpMkLst>
        </pc:cxnChg>
        <pc:cxnChg chg="add mod">
          <ac:chgData name="강희재" userId="5f137378-fb9e-4efa-89ca-3d5ddf85b964" providerId="ADAL" clId="{385AABE9-A48F-4841-8388-4EC9B2C1B970}" dt="2021-02-17T07:23:00.337" v="1970" actId="14100"/>
          <ac:cxnSpMkLst>
            <pc:docMk/>
            <pc:sldMk cId="358532572" sldId="324"/>
            <ac:cxnSpMk id="30" creationId="{D384BF40-7B3A-4AFB-862E-0D570E29763B}"/>
          </ac:cxnSpMkLst>
        </pc:cxnChg>
      </pc:sldChg>
      <pc:sldChg chg="modSp del">
        <pc:chgData name="강희재" userId="5f137378-fb9e-4efa-89ca-3d5ddf85b964" providerId="ADAL" clId="{385AABE9-A48F-4841-8388-4EC9B2C1B970}" dt="2021-02-17T07:14:16.892" v="1862" actId="47"/>
        <pc:sldMkLst>
          <pc:docMk/>
          <pc:sldMk cId="4010864646" sldId="324"/>
        </pc:sldMkLst>
        <pc:spChg chg="mod">
          <ac:chgData name="강희재" userId="5f137378-fb9e-4efa-89ca-3d5ddf85b964" providerId="ADAL" clId="{385AABE9-A48F-4841-8388-4EC9B2C1B970}" dt="2021-02-17T04:38:43.476" v="0"/>
          <ac:spMkLst>
            <pc:docMk/>
            <pc:sldMk cId="4010864646" sldId="324"/>
            <ac:spMk id="7" creationId="{00000000-0000-0000-0000-000000000000}"/>
          </ac:spMkLst>
        </pc:spChg>
      </pc:sldChg>
    </pc:docChg>
  </pc:docChgLst>
  <pc:docChgLst>
    <pc:chgData name="강희재" userId="5f137378-fb9e-4efa-89ca-3d5ddf85b964" providerId="ADAL" clId="{8F891951-469F-4AB7-AE5C-59A0E481C176}"/>
    <pc:docChg chg="undo redo custSel addSld delSld modSld">
      <pc:chgData name="강희재" userId="5f137378-fb9e-4efa-89ca-3d5ddf85b964" providerId="ADAL" clId="{8F891951-469F-4AB7-AE5C-59A0E481C176}" dt="2021-02-02T00:48:42.989" v="1336"/>
      <pc:docMkLst>
        <pc:docMk/>
      </pc:docMkLst>
      <pc:sldChg chg="modSp mod">
        <pc:chgData name="강희재" userId="5f137378-fb9e-4efa-89ca-3d5ddf85b964" providerId="ADAL" clId="{8F891951-469F-4AB7-AE5C-59A0E481C176}" dt="2021-02-02T00:28:12.781" v="9"/>
        <pc:sldMkLst>
          <pc:docMk/>
          <pc:sldMk cId="3182785965" sldId="304"/>
        </pc:sldMkLst>
        <pc:spChg chg="mod">
          <ac:chgData name="강희재" userId="5f137378-fb9e-4efa-89ca-3d5ddf85b964" providerId="ADAL" clId="{8F891951-469F-4AB7-AE5C-59A0E481C176}" dt="2021-02-02T00:28:12.781" v="9"/>
          <ac:spMkLst>
            <pc:docMk/>
            <pc:sldMk cId="3182785965" sldId="304"/>
            <ac:spMk id="13" creationId="{00000000-0000-0000-0000-000000000000}"/>
          </ac:spMkLst>
        </pc:spChg>
      </pc:sldChg>
      <pc:sldChg chg="del">
        <pc:chgData name="강희재" userId="5f137378-fb9e-4efa-89ca-3d5ddf85b964" providerId="ADAL" clId="{8F891951-469F-4AB7-AE5C-59A0E481C176}" dt="2021-02-02T00:46:51.665" v="1170" actId="47"/>
        <pc:sldMkLst>
          <pc:docMk/>
          <pc:sldMk cId="550299942" sldId="310"/>
        </pc:sldMkLst>
      </pc:sldChg>
      <pc:sldChg chg="del">
        <pc:chgData name="강희재" userId="5f137378-fb9e-4efa-89ca-3d5ddf85b964" providerId="ADAL" clId="{8F891951-469F-4AB7-AE5C-59A0E481C176}" dt="2021-02-02T00:46:51.665" v="1170" actId="47"/>
        <pc:sldMkLst>
          <pc:docMk/>
          <pc:sldMk cId="2747845619" sldId="311"/>
        </pc:sldMkLst>
      </pc:sldChg>
      <pc:sldChg chg="addSp delSp modSp mod">
        <pc:chgData name="강희재" userId="5f137378-fb9e-4efa-89ca-3d5ddf85b964" providerId="ADAL" clId="{8F891951-469F-4AB7-AE5C-59A0E481C176}" dt="2021-02-02T00:48:42.989" v="1336"/>
        <pc:sldMkLst>
          <pc:docMk/>
          <pc:sldMk cId="3754260212" sldId="312"/>
        </pc:sldMkLst>
        <pc:spChg chg="mod">
          <ac:chgData name="강희재" userId="5f137378-fb9e-4efa-89ca-3d5ddf85b964" providerId="ADAL" clId="{8F891951-469F-4AB7-AE5C-59A0E481C176}" dt="2021-02-02T00:45:34.934" v="966" actId="20577"/>
          <ac:spMkLst>
            <pc:docMk/>
            <pc:sldMk cId="3754260212" sldId="312"/>
            <ac:spMk id="7" creationId="{00000000-0000-0000-0000-000000000000}"/>
          </ac:spMkLst>
        </pc:spChg>
        <pc:spChg chg="mod">
          <ac:chgData name="강희재" userId="5f137378-fb9e-4efa-89ca-3d5ddf85b964" providerId="ADAL" clId="{8F891951-469F-4AB7-AE5C-59A0E481C176}" dt="2021-02-02T00:48:30.790" v="1327" actId="207"/>
          <ac:spMkLst>
            <pc:docMk/>
            <pc:sldMk cId="3754260212" sldId="312"/>
            <ac:spMk id="14" creationId="{523B1517-9F72-4EFA-AC15-C16BA373338C}"/>
          </ac:spMkLst>
        </pc:spChg>
        <pc:spChg chg="mod">
          <ac:chgData name="강희재" userId="5f137378-fb9e-4efa-89ca-3d5ddf85b964" providerId="ADAL" clId="{8F891951-469F-4AB7-AE5C-59A0E481C176}" dt="2021-02-02T00:45:27.122" v="951" actId="14100"/>
          <ac:spMkLst>
            <pc:docMk/>
            <pc:sldMk cId="3754260212" sldId="312"/>
            <ac:spMk id="21" creationId="{AB782E37-24C0-4FE5-B274-C014065F91A1}"/>
          </ac:spMkLst>
        </pc:spChg>
        <pc:spChg chg="add mod">
          <ac:chgData name="강희재" userId="5f137378-fb9e-4efa-89ca-3d5ddf85b964" providerId="ADAL" clId="{8F891951-469F-4AB7-AE5C-59A0E481C176}" dt="2021-02-02T00:47:09.824" v="1174" actId="14100"/>
          <ac:spMkLst>
            <pc:docMk/>
            <pc:sldMk cId="3754260212" sldId="312"/>
            <ac:spMk id="24" creationId="{86E84416-18B2-4161-A4CA-DFA12EDECB29}"/>
          </ac:spMkLst>
        </pc:spChg>
        <pc:spChg chg="mod">
          <ac:chgData name="강희재" userId="5f137378-fb9e-4efa-89ca-3d5ddf85b964" providerId="ADAL" clId="{8F891951-469F-4AB7-AE5C-59A0E481C176}" dt="2021-02-02T00:48:42.989" v="1336"/>
          <ac:spMkLst>
            <pc:docMk/>
            <pc:sldMk cId="3754260212" sldId="312"/>
            <ac:spMk id="29" creationId="{F09AF341-2E0D-44D2-95BA-CFA025910D9E}"/>
          </ac:spMkLst>
        </pc:spChg>
        <pc:picChg chg="add mod ord">
          <ac:chgData name="강희재" userId="5f137378-fb9e-4efa-89ca-3d5ddf85b964" providerId="ADAL" clId="{8F891951-469F-4AB7-AE5C-59A0E481C176}" dt="2021-02-02T00:45:16.298" v="947" actId="167"/>
          <ac:picMkLst>
            <pc:docMk/>
            <pc:sldMk cId="3754260212" sldId="312"/>
            <ac:picMk id="5" creationId="{338D682A-F5C2-42D6-9786-B4EC41FE5B41}"/>
          </ac:picMkLst>
        </pc:picChg>
        <pc:picChg chg="add mod ord">
          <ac:chgData name="강희재" userId="5f137378-fb9e-4efa-89ca-3d5ddf85b964" providerId="ADAL" clId="{8F891951-469F-4AB7-AE5C-59A0E481C176}" dt="2021-02-02T00:46:14.929" v="983" actId="167"/>
          <ac:picMkLst>
            <pc:docMk/>
            <pc:sldMk cId="3754260212" sldId="312"/>
            <ac:picMk id="9" creationId="{6E549E44-1363-41A3-B8CF-F2E2365868B3}"/>
          </ac:picMkLst>
        </pc:picChg>
        <pc:picChg chg="del">
          <ac:chgData name="강희재" userId="5f137378-fb9e-4efa-89ca-3d5ddf85b964" providerId="ADAL" clId="{8F891951-469F-4AB7-AE5C-59A0E481C176}" dt="2021-02-02T00:45:17.043" v="948" actId="478"/>
          <ac:picMkLst>
            <pc:docMk/>
            <pc:sldMk cId="3754260212" sldId="312"/>
            <ac:picMk id="25" creationId="{787237D0-F85A-428D-A359-CA1631AD4B5A}"/>
          </ac:picMkLst>
        </pc:picChg>
        <pc:picChg chg="add del">
          <ac:chgData name="강희재" userId="5f137378-fb9e-4efa-89ca-3d5ddf85b964" providerId="ADAL" clId="{8F891951-469F-4AB7-AE5C-59A0E481C176}" dt="2021-02-02T00:46:13.154" v="982" actId="478"/>
          <ac:picMkLst>
            <pc:docMk/>
            <pc:sldMk cId="3754260212" sldId="312"/>
            <ac:picMk id="26" creationId="{4EEA05F8-6F52-4EBB-8CB7-3DC1166E1C89}"/>
          </ac:picMkLst>
        </pc:picChg>
      </pc:sldChg>
      <pc:sldChg chg="addSp delSp modSp mod">
        <pc:chgData name="강희재" userId="5f137378-fb9e-4efa-89ca-3d5ddf85b964" providerId="ADAL" clId="{8F891951-469F-4AB7-AE5C-59A0E481C176}" dt="2021-02-02T00:48:14.165" v="1325" actId="255"/>
        <pc:sldMkLst>
          <pc:docMk/>
          <pc:sldMk cId="3699712288" sldId="313"/>
        </pc:sldMkLst>
        <pc:spChg chg="mod">
          <ac:chgData name="강희재" userId="5f137378-fb9e-4efa-89ca-3d5ddf85b964" providerId="ADAL" clId="{8F891951-469F-4AB7-AE5C-59A0E481C176}" dt="2021-02-02T00:30:23.286" v="207" actId="6549"/>
          <ac:spMkLst>
            <pc:docMk/>
            <pc:sldMk cId="3699712288" sldId="313"/>
            <ac:spMk id="7" creationId="{00000000-0000-0000-0000-000000000000}"/>
          </ac:spMkLst>
        </pc:spChg>
        <pc:spChg chg="mod">
          <ac:chgData name="강희재" userId="5f137378-fb9e-4efa-89ca-3d5ddf85b964" providerId="ADAL" clId="{8F891951-469F-4AB7-AE5C-59A0E481C176}" dt="2021-02-02T00:48:14.165" v="1325" actId="255"/>
          <ac:spMkLst>
            <pc:docMk/>
            <pc:sldMk cId="3699712288" sldId="313"/>
            <ac:spMk id="14" creationId="{523B1517-9F72-4EFA-AC15-C16BA373338C}"/>
          </ac:spMkLst>
        </pc:spChg>
        <pc:spChg chg="del">
          <ac:chgData name="강희재" userId="5f137378-fb9e-4efa-89ca-3d5ddf85b964" providerId="ADAL" clId="{8F891951-469F-4AB7-AE5C-59A0E481C176}" dt="2021-02-02T00:28:30.923" v="12" actId="478"/>
          <ac:spMkLst>
            <pc:docMk/>
            <pc:sldMk cId="3699712288" sldId="313"/>
            <ac:spMk id="21" creationId="{AB782E37-24C0-4FE5-B274-C014065F91A1}"/>
          </ac:spMkLst>
        </pc:spChg>
        <pc:spChg chg="mod">
          <ac:chgData name="강희재" userId="5f137378-fb9e-4efa-89ca-3d5ddf85b964" providerId="ADAL" clId="{8F891951-469F-4AB7-AE5C-59A0E481C176}" dt="2021-02-02T00:32:48.961" v="219" actId="14100"/>
          <ac:spMkLst>
            <pc:docMk/>
            <pc:sldMk cId="3699712288" sldId="313"/>
            <ac:spMk id="24" creationId="{5A2879F5-08A6-4EDD-AAE8-EE480C8643C0}"/>
          </ac:spMkLst>
        </pc:spChg>
        <pc:spChg chg="del">
          <ac:chgData name="강희재" userId="5f137378-fb9e-4efa-89ca-3d5ddf85b964" providerId="ADAL" clId="{8F891951-469F-4AB7-AE5C-59A0E481C176}" dt="2021-02-02T00:29:33.744" v="30" actId="478"/>
          <ac:spMkLst>
            <pc:docMk/>
            <pc:sldMk cId="3699712288" sldId="313"/>
            <ac:spMk id="28" creationId="{FBF68F97-C32A-47A8-BAD2-6C17A01E7C24}"/>
          </ac:spMkLst>
        </pc:spChg>
        <pc:spChg chg="del">
          <ac:chgData name="강희재" userId="5f137378-fb9e-4efa-89ca-3d5ddf85b964" providerId="ADAL" clId="{8F891951-469F-4AB7-AE5C-59A0E481C176}" dt="2021-02-02T00:29:30.365" v="29" actId="478"/>
          <ac:spMkLst>
            <pc:docMk/>
            <pc:sldMk cId="3699712288" sldId="313"/>
            <ac:spMk id="29" creationId="{F09AF341-2E0D-44D2-95BA-CFA025910D9E}"/>
          </ac:spMkLst>
        </pc:spChg>
        <pc:spChg chg="mod">
          <ac:chgData name="강희재" userId="5f137378-fb9e-4efa-89ca-3d5ddf85b964" providerId="ADAL" clId="{8F891951-469F-4AB7-AE5C-59A0E481C176}" dt="2021-02-02T00:32:46.448" v="218" actId="1076"/>
          <ac:spMkLst>
            <pc:docMk/>
            <pc:sldMk cId="3699712288" sldId="313"/>
            <ac:spMk id="31" creationId="{57E8ED15-2990-4A32-9173-9A188546741D}"/>
          </ac:spMkLst>
        </pc:spChg>
        <pc:spChg chg="del">
          <ac:chgData name="강희재" userId="5f137378-fb9e-4efa-89ca-3d5ddf85b964" providerId="ADAL" clId="{8F891951-469F-4AB7-AE5C-59A0E481C176}" dt="2021-02-02T00:28:29.659" v="11" actId="478"/>
          <ac:spMkLst>
            <pc:docMk/>
            <pc:sldMk cId="3699712288" sldId="313"/>
            <ac:spMk id="32" creationId="{DFCA3417-40A7-4398-892D-6F3C00EE46D2}"/>
          </ac:spMkLst>
        </pc:spChg>
        <pc:picChg chg="add del mod ord">
          <ac:chgData name="강희재" userId="5f137378-fb9e-4efa-89ca-3d5ddf85b964" providerId="ADAL" clId="{8F891951-469F-4AB7-AE5C-59A0E481C176}" dt="2021-02-02T00:32:39.953" v="217" actId="478"/>
          <ac:picMkLst>
            <pc:docMk/>
            <pc:sldMk cId="3699712288" sldId="313"/>
            <ac:picMk id="5" creationId="{3FE04CEA-9B11-4092-993F-FF7E4E249FE5}"/>
          </ac:picMkLst>
        </pc:picChg>
        <pc:picChg chg="add mod ord">
          <ac:chgData name="강희재" userId="5f137378-fb9e-4efa-89ca-3d5ddf85b964" providerId="ADAL" clId="{8F891951-469F-4AB7-AE5C-59A0E481C176}" dt="2021-02-02T00:32:39.154" v="216" actId="167"/>
          <ac:picMkLst>
            <pc:docMk/>
            <pc:sldMk cId="3699712288" sldId="313"/>
            <ac:picMk id="9" creationId="{B9582270-D40B-4B25-90EE-B549A6D9A723}"/>
          </ac:picMkLst>
        </pc:picChg>
        <pc:picChg chg="del">
          <ac:chgData name="강희재" userId="5f137378-fb9e-4efa-89ca-3d5ddf85b964" providerId="ADAL" clId="{8F891951-469F-4AB7-AE5C-59A0E481C176}" dt="2021-02-02T00:29:11.822" v="24" actId="478"/>
          <ac:picMkLst>
            <pc:docMk/>
            <pc:sldMk cId="3699712288" sldId="313"/>
            <ac:picMk id="20" creationId="{AD1211A4-D6B0-4243-8CBA-89814ADBD567}"/>
          </ac:picMkLst>
        </pc:picChg>
        <pc:picChg chg="del">
          <ac:chgData name="강희재" userId="5f137378-fb9e-4efa-89ca-3d5ddf85b964" providerId="ADAL" clId="{8F891951-469F-4AB7-AE5C-59A0E481C176}" dt="2021-02-02T00:28:28.803" v="10" actId="478"/>
          <ac:picMkLst>
            <pc:docMk/>
            <pc:sldMk cId="3699712288" sldId="313"/>
            <ac:picMk id="22" creationId="{2CD4A8C9-B03A-4541-A1E3-4EAC7B69D88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8:09.525" v="1324" actId="255"/>
        <pc:sldMkLst>
          <pc:docMk/>
          <pc:sldMk cId="792761159" sldId="314"/>
        </pc:sldMkLst>
        <pc:spChg chg="mod">
          <ac:chgData name="강희재" userId="5f137378-fb9e-4efa-89ca-3d5ddf85b964" providerId="ADAL" clId="{8F891951-469F-4AB7-AE5C-59A0E481C176}" dt="2021-02-02T00:48:09.525" v="1324" actId="255"/>
          <ac:spMkLst>
            <pc:docMk/>
            <pc:sldMk cId="792761159" sldId="314"/>
            <ac:spMk id="14" creationId="{523B1517-9F72-4EFA-AC15-C16BA373338C}"/>
          </ac:spMkLst>
        </pc:spChg>
        <pc:spChg chg="mod">
          <ac:chgData name="강희재" userId="5f137378-fb9e-4efa-89ca-3d5ddf85b964" providerId="ADAL" clId="{8F891951-469F-4AB7-AE5C-59A0E481C176}" dt="2021-02-02T00:34:11.958" v="274" actId="14100"/>
          <ac:spMkLst>
            <pc:docMk/>
            <pc:sldMk cId="792761159" sldId="314"/>
            <ac:spMk id="24" creationId="{5A2879F5-08A6-4EDD-AAE8-EE480C8643C0}"/>
          </ac:spMkLst>
        </pc:spChg>
        <pc:spChg chg="add mod">
          <ac:chgData name="강희재" userId="5f137378-fb9e-4efa-89ca-3d5ddf85b964" providerId="ADAL" clId="{8F891951-469F-4AB7-AE5C-59A0E481C176}" dt="2021-02-02T00:37:08.819" v="600" actId="14100"/>
          <ac:spMkLst>
            <pc:docMk/>
            <pc:sldMk cId="792761159" sldId="314"/>
            <ac:spMk id="25" creationId="{A04659F1-AE11-4C42-A84C-71D2FEB7C5DD}"/>
          </ac:spMkLst>
        </pc:spChg>
        <pc:spChg chg="add del mod">
          <ac:chgData name="강희재" userId="5f137378-fb9e-4efa-89ca-3d5ddf85b964" providerId="ADAL" clId="{8F891951-469F-4AB7-AE5C-59A0E481C176}" dt="2021-02-02T00:36:44.225" v="576"/>
          <ac:spMkLst>
            <pc:docMk/>
            <pc:sldMk cId="792761159" sldId="314"/>
            <ac:spMk id="26" creationId="{58023B74-36F3-4EB3-B37F-09953289755D}"/>
          </ac:spMkLst>
        </pc:spChg>
        <pc:spChg chg="add del mod">
          <ac:chgData name="강희재" userId="5f137378-fb9e-4efa-89ca-3d5ddf85b964" providerId="ADAL" clId="{8F891951-469F-4AB7-AE5C-59A0E481C176}" dt="2021-02-02T00:36:44.225" v="576"/>
          <ac:spMkLst>
            <pc:docMk/>
            <pc:sldMk cId="792761159" sldId="314"/>
            <ac:spMk id="27" creationId="{51D47EBE-8DD6-41EA-9CBD-5F2D3307F4DC}"/>
          </ac:spMkLst>
        </pc:spChg>
        <pc:spChg chg="add mod">
          <ac:chgData name="강희재" userId="5f137378-fb9e-4efa-89ca-3d5ddf85b964" providerId="ADAL" clId="{8F891951-469F-4AB7-AE5C-59A0E481C176}" dt="2021-02-02T00:36:48.787" v="585"/>
          <ac:spMkLst>
            <pc:docMk/>
            <pc:sldMk cId="792761159" sldId="314"/>
            <ac:spMk id="28" creationId="{BC658CD0-2213-4BA4-95E6-98094A433DC1}"/>
          </ac:spMkLst>
        </pc:spChg>
        <pc:spChg chg="add mod">
          <ac:chgData name="강희재" userId="5f137378-fb9e-4efa-89ca-3d5ddf85b964" providerId="ADAL" clId="{8F891951-469F-4AB7-AE5C-59A0E481C176}" dt="2021-02-02T00:48:05.397" v="1323" actId="255"/>
          <ac:spMkLst>
            <pc:docMk/>
            <pc:sldMk cId="792761159" sldId="314"/>
            <ac:spMk id="29" creationId="{B3D96E37-AF41-45D6-B6FC-BB5E15E1B5AB}"/>
          </ac:spMkLst>
        </pc:spChg>
        <pc:spChg chg="add mod">
          <ac:chgData name="강희재" userId="5f137378-fb9e-4efa-89ca-3d5ddf85b964" providerId="ADAL" clId="{8F891951-469F-4AB7-AE5C-59A0E481C176}" dt="2021-02-02T00:37:04.124" v="599" actId="20577"/>
          <ac:spMkLst>
            <pc:docMk/>
            <pc:sldMk cId="792761159" sldId="314"/>
            <ac:spMk id="30" creationId="{ADDB4D61-82E7-4322-9564-068F6CC853E1}"/>
          </ac:spMkLst>
        </pc:spChg>
        <pc:spChg chg="mod">
          <ac:chgData name="강희재" userId="5f137378-fb9e-4efa-89ca-3d5ddf85b964" providerId="ADAL" clId="{8F891951-469F-4AB7-AE5C-59A0E481C176}" dt="2021-02-02T00:34:08.795" v="273" actId="1076"/>
          <ac:spMkLst>
            <pc:docMk/>
            <pc:sldMk cId="792761159" sldId="314"/>
            <ac:spMk id="31" creationId="{57E8ED15-2990-4A32-9173-9A188546741D}"/>
          </ac:spMkLst>
        </pc:spChg>
        <pc:picChg chg="del">
          <ac:chgData name="강희재" userId="5f137378-fb9e-4efa-89ca-3d5ddf85b964" providerId="ADAL" clId="{8F891951-469F-4AB7-AE5C-59A0E481C176}" dt="2021-02-02T00:34:04.106" v="272" actId="478"/>
          <ac:picMkLst>
            <pc:docMk/>
            <pc:sldMk cId="792761159" sldId="314"/>
            <ac:picMk id="5" creationId="{3FE04CEA-9B11-4092-993F-FF7E4E249FE5}"/>
          </ac:picMkLst>
        </pc:picChg>
        <pc:picChg chg="add del">
          <ac:chgData name="강희재" userId="5f137378-fb9e-4efa-89ca-3d5ddf85b964" providerId="ADAL" clId="{8F891951-469F-4AB7-AE5C-59A0E481C176}" dt="2021-02-02T00:32:27.127" v="210" actId="22"/>
          <ac:picMkLst>
            <pc:docMk/>
            <pc:sldMk cId="792761159" sldId="314"/>
            <ac:picMk id="8" creationId="{A13FC02B-C25E-4BFD-B1DD-3483EACD4A11}"/>
          </ac:picMkLst>
        </pc:picChg>
        <pc:picChg chg="add mod ord">
          <ac:chgData name="강희재" userId="5f137378-fb9e-4efa-89ca-3d5ddf85b964" providerId="ADAL" clId="{8F891951-469F-4AB7-AE5C-59A0E481C176}" dt="2021-02-02T00:34:03.275" v="271" actId="167"/>
          <ac:picMkLst>
            <pc:docMk/>
            <pc:sldMk cId="792761159" sldId="314"/>
            <ac:picMk id="12" creationId="{92944AF2-0333-4342-A2F4-3A92308B813F}"/>
          </ac:picMkLst>
        </pc:picChg>
        <pc:picChg chg="add del mod">
          <ac:chgData name="강희재" userId="5f137378-fb9e-4efa-89ca-3d5ddf85b964" providerId="ADAL" clId="{8F891951-469F-4AB7-AE5C-59A0E481C176}" dt="2021-02-02T00:36:03.998" v="566" actId="22"/>
          <ac:picMkLst>
            <pc:docMk/>
            <pc:sldMk cId="792761159" sldId="314"/>
            <ac:picMk id="16" creationId="{95E9A663-F307-4689-8B7E-FED649CC4DFB}"/>
          </ac:picMkLst>
        </pc:picChg>
        <pc:picChg chg="add mod">
          <ac:chgData name="강희재" userId="5f137378-fb9e-4efa-89ca-3d5ddf85b964" providerId="ADAL" clId="{8F891951-469F-4AB7-AE5C-59A0E481C176}" dt="2021-02-02T00:36:27.787" v="571" actId="108"/>
          <ac:picMkLst>
            <pc:docMk/>
            <pc:sldMk cId="792761159" sldId="314"/>
            <ac:picMk id="18" creationId="{FF0A3090-20FF-4DA1-AC99-FF9C26F72A4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39:18.557" v="625" actId="20577"/>
        <pc:sldMkLst>
          <pc:docMk/>
          <pc:sldMk cId="2348688726" sldId="315"/>
        </pc:sldMkLst>
        <pc:spChg chg="mod">
          <ac:chgData name="강희재" userId="5f137378-fb9e-4efa-89ca-3d5ddf85b964" providerId="ADAL" clId="{8F891951-469F-4AB7-AE5C-59A0E481C176}" dt="2021-02-02T00:39:18.557" v="625" actId="20577"/>
          <ac:spMkLst>
            <pc:docMk/>
            <pc:sldMk cId="2348688726" sldId="315"/>
            <ac:spMk id="14" creationId="{523B1517-9F72-4EFA-AC15-C16BA373338C}"/>
          </ac:spMkLst>
        </pc:spChg>
        <pc:spChg chg="del">
          <ac:chgData name="강희재" userId="5f137378-fb9e-4efa-89ca-3d5ddf85b964" providerId="ADAL" clId="{8F891951-469F-4AB7-AE5C-59A0E481C176}" dt="2021-02-02T00:39:09.116" v="617" actId="478"/>
          <ac:spMkLst>
            <pc:docMk/>
            <pc:sldMk cId="2348688726" sldId="315"/>
            <ac:spMk id="24" creationId="{5A2879F5-08A6-4EDD-AAE8-EE480C8643C0}"/>
          </ac:spMkLst>
        </pc:spChg>
        <pc:spChg chg="mod">
          <ac:chgData name="강희재" userId="5f137378-fb9e-4efa-89ca-3d5ddf85b964" providerId="ADAL" clId="{8F891951-469F-4AB7-AE5C-59A0E481C176}" dt="2021-02-02T00:39:06.132" v="615" actId="14100"/>
          <ac:spMkLst>
            <pc:docMk/>
            <pc:sldMk cId="2348688726" sldId="315"/>
            <ac:spMk id="25" creationId="{A04659F1-AE11-4C42-A84C-71D2FEB7C5DD}"/>
          </ac:spMkLst>
        </pc:spChg>
        <pc:spChg chg="del">
          <ac:chgData name="강희재" userId="5f137378-fb9e-4efa-89ca-3d5ddf85b964" providerId="ADAL" clId="{8F891951-469F-4AB7-AE5C-59A0E481C176}" dt="2021-02-02T00:39:11.745" v="618" actId="478"/>
          <ac:spMkLst>
            <pc:docMk/>
            <pc:sldMk cId="2348688726" sldId="315"/>
            <ac:spMk id="28" creationId="{BC658CD0-2213-4BA4-95E6-98094A433DC1}"/>
          </ac:spMkLst>
        </pc:spChg>
        <pc:spChg chg="del">
          <ac:chgData name="강희재" userId="5f137378-fb9e-4efa-89ca-3d5ddf85b964" providerId="ADAL" clId="{8F891951-469F-4AB7-AE5C-59A0E481C176}" dt="2021-02-02T00:39:11.745" v="618" actId="478"/>
          <ac:spMkLst>
            <pc:docMk/>
            <pc:sldMk cId="2348688726" sldId="315"/>
            <ac:spMk id="29" creationId="{B3D96E37-AF41-45D6-B6FC-BB5E15E1B5AB}"/>
          </ac:spMkLst>
        </pc:spChg>
        <pc:spChg chg="mod">
          <ac:chgData name="강희재" userId="5f137378-fb9e-4efa-89ca-3d5ddf85b964" providerId="ADAL" clId="{8F891951-469F-4AB7-AE5C-59A0E481C176}" dt="2021-02-02T00:39:07.259" v="616" actId="20577"/>
          <ac:spMkLst>
            <pc:docMk/>
            <pc:sldMk cId="2348688726" sldId="315"/>
            <ac:spMk id="30" creationId="{ADDB4D61-82E7-4322-9564-068F6CC853E1}"/>
          </ac:spMkLst>
        </pc:spChg>
        <pc:spChg chg="del">
          <ac:chgData name="강희재" userId="5f137378-fb9e-4efa-89ca-3d5ddf85b964" providerId="ADAL" clId="{8F891951-469F-4AB7-AE5C-59A0E481C176}" dt="2021-02-02T00:39:09.116" v="617" actId="478"/>
          <ac:spMkLst>
            <pc:docMk/>
            <pc:sldMk cId="2348688726" sldId="315"/>
            <ac:spMk id="31" creationId="{57E8ED15-2990-4A32-9173-9A188546741D}"/>
          </ac:spMkLst>
        </pc:spChg>
        <pc:picChg chg="add mod ord">
          <ac:chgData name="강희재" userId="5f137378-fb9e-4efa-89ca-3d5ddf85b964" providerId="ADAL" clId="{8F891951-469F-4AB7-AE5C-59A0E481C176}" dt="2021-02-02T00:38:58.050" v="613" actId="1076"/>
          <ac:picMkLst>
            <pc:docMk/>
            <pc:sldMk cId="2348688726" sldId="315"/>
            <ac:picMk id="5" creationId="{AE370786-4D7A-43AA-8C04-22C097150B09}"/>
          </ac:picMkLst>
        </pc:picChg>
        <pc:picChg chg="del">
          <ac:chgData name="강희재" userId="5f137378-fb9e-4efa-89ca-3d5ddf85b964" providerId="ADAL" clId="{8F891951-469F-4AB7-AE5C-59A0E481C176}" dt="2021-02-02T00:38:27.676" v="607" actId="478"/>
          <ac:picMkLst>
            <pc:docMk/>
            <pc:sldMk cId="2348688726" sldId="315"/>
            <ac:picMk id="12" creationId="{92944AF2-0333-4342-A2F4-3A92308B813F}"/>
          </ac:picMkLst>
        </pc:picChg>
        <pc:picChg chg="del">
          <ac:chgData name="강희재" userId="5f137378-fb9e-4efa-89ca-3d5ddf85b964" providerId="ADAL" clId="{8F891951-469F-4AB7-AE5C-59A0E481C176}" dt="2021-02-02T00:38:29.326" v="608" actId="478"/>
          <ac:picMkLst>
            <pc:docMk/>
            <pc:sldMk cId="2348688726" sldId="315"/>
            <ac:picMk id="18" creationId="{FF0A3090-20FF-4DA1-AC99-FF9C26F72A4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0:12.530" v="632" actId="478"/>
        <pc:sldMkLst>
          <pc:docMk/>
          <pc:sldMk cId="4202527181" sldId="316"/>
        </pc:sldMkLst>
        <pc:picChg chg="del">
          <ac:chgData name="강희재" userId="5f137378-fb9e-4efa-89ca-3d5ddf85b964" providerId="ADAL" clId="{8F891951-469F-4AB7-AE5C-59A0E481C176}" dt="2021-02-02T00:40:12.530" v="632" actId="478"/>
          <ac:picMkLst>
            <pc:docMk/>
            <pc:sldMk cId="4202527181" sldId="316"/>
            <ac:picMk id="5" creationId="{AE370786-4D7A-43AA-8C04-22C097150B09}"/>
          </ac:picMkLst>
        </pc:picChg>
        <pc:picChg chg="add mod ord">
          <ac:chgData name="강희재" userId="5f137378-fb9e-4efa-89ca-3d5ddf85b964" providerId="ADAL" clId="{8F891951-469F-4AB7-AE5C-59A0E481C176}" dt="2021-02-02T00:40:10.804" v="631" actId="167"/>
          <ac:picMkLst>
            <pc:docMk/>
            <pc:sldMk cId="4202527181" sldId="316"/>
            <ac:picMk id="8" creationId="{83998FF2-AD3B-491F-B892-6FF6CD22AFC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0:39.058" v="648" actId="20577"/>
        <pc:sldMkLst>
          <pc:docMk/>
          <pc:sldMk cId="2926726735" sldId="317"/>
        </pc:sldMkLst>
        <pc:spChg chg="mod">
          <ac:chgData name="강희재" userId="5f137378-fb9e-4efa-89ca-3d5ddf85b964" providerId="ADAL" clId="{8F891951-469F-4AB7-AE5C-59A0E481C176}" dt="2021-02-02T00:40:39.058" v="648" actId="20577"/>
          <ac:spMkLst>
            <pc:docMk/>
            <pc:sldMk cId="2926726735" sldId="317"/>
            <ac:spMk id="14" creationId="{523B1517-9F72-4EFA-AC15-C16BA373338C}"/>
          </ac:spMkLst>
        </pc:spChg>
        <pc:picChg chg="add mod ord">
          <ac:chgData name="강희재" userId="5f137378-fb9e-4efa-89ca-3d5ddf85b964" providerId="ADAL" clId="{8F891951-469F-4AB7-AE5C-59A0E481C176}" dt="2021-02-02T00:40:33.514" v="638" actId="167"/>
          <ac:picMkLst>
            <pc:docMk/>
            <pc:sldMk cId="2926726735" sldId="317"/>
            <ac:picMk id="5" creationId="{19A860E1-E30C-4C6A-9B15-1A3832A1CF38}"/>
          </ac:picMkLst>
        </pc:picChg>
        <pc:picChg chg="del">
          <ac:chgData name="강희재" userId="5f137378-fb9e-4efa-89ca-3d5ddf85b964" providerId="ADAL" clId="{8F891951-469F-4AB7-AE5C-59A0E481C176}" dt="2021-02-02T00:40:34.952" v="639" actId="478"/>
          <ac:picMkLst>
            <pc:docMk/>
            <pc:sldMk cId="2926726735" sldId="317"/>
            <ac:picMk id="8" creationId="{83998FF2-AD3B-491F-B892-6FF6CD22AFCD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7:52.304" v="1319"/>
        <pc:sldMkLst>
          <pc:docMk/>
          <pc:sldMk cId="1092671426" sldId="318"/>
        </pc:sldMkLst>
        <pc:spChg chg="mod">
          <ac:chgData name="강희재" userId="5f137378-fb9e-4efa-89ca-3d5ddf85b964" providerId="ADAL" clId="{8F891951-469F-4AB7-AE5C-59A0E481C176}" dt="2021-02-02T00:47:52.304" v="1319"/>
          <ac:spMkLst>
            <pc:docMk/>
            <pc:sldMk cId="1092671426" sldId="318"/>
            <ac:spMk id="14" creationId="{523B1517-9F72-4EFA-AC15-C16BA373338C}"/>
          </ac:spMkLst>
        </pc:spChg>
        <pc:spChg chg="add mod">
          <ac:chgData name="강희재" userId="5f137378-fb9e-4efa-89ca-3d5ddf85b964" providerId="ADAL" clId="{8F891951-469F-4AB7-AE5C-59A0E481C176}" dt="2021-02-02T00:43:26.359" v="821" actId="1076"/>
          <ac:spMkLst>
            <pc:docMk/>
            <pc:sldMk cId="1092671426" sldId="318"/>
            <ac:spMk id="22" creationId="{6CFBC2AA-1FEA-4BCE-9EA7-8F7A59E730C9}"/>
          </ac:spMkLst>
        </pc:spChg>
        <pc:spChg chg="add del">
          <ac:chgData name="강희재" userId="5f137378-fb9e-4efa-89ca-3d5ddf85b964" providerId="ADAL" clId="{8F891951-469F-4AB7-AE5C-59A0E481C176}" dt="2021-02-02T00:42:32.598" v="733" actId="478"/>
          <ac:spMkLst>
            <pc:docMk/>
            <pc:sldMk cId="1092671426" sldId="318"/>
            <ac:spMk id="25" creationId="{A04659F1-AE11-4C42-A84C-71D2FEB7C5DD}"/>
          </ac:spMkLst>
        </pc:spChg>
        <pc:spChg chg="add del mod">
          <ac:chgData name="강희재" userId="5f137378-fb9e-4efa-89ca-3d5ddf85b964" providerId="ADAL" clId="{8F891951-469F-4AB7-AE5C-59A0E481C176}" dt="2021-02-02T00:42:30.221" v="732" actId="1076"/>
          <ac:spMkLst>
            <pc:docMk/>
            <pc:sldMk cId="1092671426" sldId="318"/>
            <ac:spMk id="30" creationId="{ADDB4D61-82E7-4322-9564-068F6CC853E1}"/>
          </ac:spMkLst>
        </pc:spChg>
        <pc:picChg chg="del">
          <ac:chgData name="강희재" userId="5f137378-fb9e-4efa-89ca-3d5ddf85b964" providerId="ADAL" clId="{8F891951-469F-4AB7-AE5C-59A0E481C176}" dt="2021-02-02T00:41:39.862" v="654" actId="478"/>
          <ac:picMkLst>
            <pc:docMk/>
            <pc:sldMk cId="1092671426" sldId="318"/>
            <ac:picMk id="5" creationId="{19A860E1-E30C-4C6A-9B15-1A3832A1CF38}"/>
          </ac:picMkLst>
        </pc:picChg>
        <pc:picChg chg="add mod ord">
          <ac:chgData name="강희재" userId="5f137378-fb9e-4efa-89ca-3d5ddf85b964" providerId="ADAL" clId="{8F891951-469F-4AB7-AE5C-59A0E481C176}" dt="2021-02-02T00:41:38.098" v="653" actId="167"/>
          <ac:picMkLst>
            <pc:docMk/>
            <pc:sldMk cId="1092671426" sldId="318"/>
            <ac:picMk id="8" creationId="{C7826910-0440-4F90-8EB6-355F82FDAA09}"/>
          </ac:picMkLst>
        </pc:picChg>
        <pc:picChg chg="add mod">
          <ac:chgData name="강희재" userId="5f137378-fb9e-4efa-89ca-3d5ddf85b964" providerId="ADAL" clId="{8F891951-469F-4AB7-AE5C-59A0E481C176}" dt="2021-02-02T00:42:46.908" v="738" actId="1076"/>
          <ac:picMkLst>
            <pc:docMk/>
            <pc:sldMk cId="1092671426" sldId="318"/>
            <ac:picMk id="12" creationId="{8BB648EA-71AB-4AEB-95D5-A5955EFE0A29}"/>
          </ac:picMkLst>
        </pc:picChg>
        <pc:picChg chg="add mod">
          <ac:chgData name="강희재" userId="5f137378-fb9e-4efa-89ca-3d5ddf85b964" providerId="ADAL" clId="{8F891951-469F-4AB7-AE5C-59A0E481C176}" dt="2021-02-02T00:42:50.150" v="739" actId="1076"/>
          <ac:picMkLst>
            <pc:docMk/>
            <pc:sldMk cId="1092671426" sldId="318"/>
            <ac:picMk id="16" creationId="{32E17B2E-5107-4A34-877A-B392F40598F2}"/>
          </ac:picMkLst>
        </pc:picChg>
      </pc:sldChg>
      <pc:sldChg chg="addSp delSp modSp add mod">
        <pc:chgData name="강희재" userId="5f137378-fb9e-4efa-89ca-3d5ddf85b964" providerId="ADAL" clId="{8F891951-469F-4AB7-AE5C-59A0E481C176}" dt="2021-02-02T00:47:48.917" v="1317" actId="108"/>
        <pc:sldMkLst>
          <pc:docMk/>
          <pc:sldMk cId="643341179" sldId="319"/>
        </pc:sldMkLst>
        <pc:spChg chg="mod">
          <ac:chgData name="강희재" userId="5f137378-fb9e-4efa-89ca-3d5ddf85b964" providerId="ADAL" clId="{8F891951-469F-4AB7-AE5C-59A0E481C176}" dt="2021-02-02T00:47:48.917" v="1317" actId="108"/>
          <ac:spMkLst>
            <pc:docMk/>
            <pc:sldMk cId="643341179" sldId="319"/>
            <ac:spMk id="14" creationId="{523B1517-9F72-4EFA-AC15-C16BA373338C}"/>
          </ac:spMkLst>
        </pc:spChg>
        <pc:spChg chg="add mod">
          <ac:chgData name="강희재" userId="5f137378-fb9e-4efa-89ca-3d5ddf85b964" providerId="ADAL" clId="{8F891951-469F-4AB7-AE5C-59A0E481C176}" dt="2021-02-02T00:44:11.194" v="930" actId="1076"/>
          <ac:spMkLst>
            <pc:docMk/>
            <pc:sldMk cId="643341179" sldId="319"/>
            <ac:spMk id="20" creationId="{F17CAF3F-42B8-4EB6-AD41-DB7FF0BBB696}"/>
          </ac:spMkLst>
        </pc:spChg>
        <pc:spChg chg="del">
          <ac:chgData name="강희재" userId="5f137378-fb9e-4efa-89ca-3d5ddf85b964" providerId="ADAL" clId="{8F891951-469F-4AB7-AE5C-59A0E481C176}" dt="2021-02-02T00:43:55.614" v="923" actId="478"/>
          <ac:spMkLst>
            <pc:docMk/>
            <pc:sldMk cId="643341179" sldId="319"/>
            <ac:spMk id="22" creationId="{6CFBC2AA-1FEA-4BCE-9EA7-8F7A59E730C9}"/>
          </ac:spMkLst>
        </pc:spChg>
        <pc:spChg chg="mod">
          <ac:chgData name="강희재" userId="5f137378-fb9e-4efa-89ca-3d5ddf85b964" providerId="ADAL" clId="{8F891951-469F-4AB7-AE5C-59A0E481C176}" dt="2021-02-02T00:44:17.744" v="931" actId="1076"/>
          <ac:spMkLst>
            <pc:docMk/>
            <pc:sldMk cId="643341179" sldId="319"/>
            <ac:spMk id="30" creationId="{ADDB4D61-82E7-4322-9564-068F6CC853E1}"/>
          </ac:spMkLst>
        </pc:spChg>
        <pc:picChg chg="add mod ord">
          <ac:chgData name="강희재" userId="5f137378-fb9e-4efa-89ca-3d5ddf85b964" providerId="ADAL" clId="{8F891951-469F-4AB7-AE5C-59A0E481C176}" dt="2021-02-02T00:44:03.233" v="927" actId="167"/>
          <ac:picMkLst>
            <pc:docMk/>
            <pc:sldMk cId="643341179" sldId="319"/>
            <ac:picMk id="5" creationId="{6448E48E-4AA9-4D33-BDB7-0D119F74803B}"/>
          </ac:picMkLst>
        </pc:picChg>
        <pc:picChg chg="del">
          <ac:chgData name="강희재" userId="5f137378-fb9e-4efa-89ca-3d5ddf85b964" providerId="ADAL" clId="{8F891951-469F-4AB7-AE5C-59A0E481C176}" dt="2021-02-02T00:44:04.047" v="928" actId="478"/>
          <ac:picMkLst>
            <pc:docMk/>
            <pc:sldMk cId="643341179" sldId="319"/>
            <ac:picMk id="8" creationId="{C7826910-0440-4F90-8EB6-355F82FDAA09}"/>
          </ac:picMkLst>
        </pc:picChg>
        <pc:picChg chg="del">
          <ac:chgData name="강희재" userId="5f137378-fb9e-4efa-89ca-3d5ddf85b964" providerId="ADAL" clId="{8F891951-469F-4AB7-AE5C-59A0E481C176}" dt="2021-02-02T00:43:54.150" v="921" actId="478"/>
          <ac:picMkLst>
            <pc:docMk/>
            <pc:sldMk cId="643341179" sldId="319"/>
            <ac:picMk id="12" creationId="{8BB648EA-71AB-4AEB-95D5-A5955EFE0A29}"/>
          </ac:picMkLst>
        </pc:picChg>
        <pc:picChg chg="del">
          <ac:chgData name="강희재" userId="5f137378-fb9e-4efa-89ca-3d5ddf85b964" providerId="ADAL" clId="{8F891951-469F-4AB7-AE5C-59A0E481C176}" dt="2021-02-02T00:43:54.553" v="922" actId="478"/>
          <ac:picMkLst>
            <pc:docMk/>
            <pc:sldMk cId="643341179" sldId="319"/>
            <ac:picMk id="16" creationId="{32E17B2E-5107-4A34-877A-B392F40598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A6C6B-6632-4846-8023-FDB30B6C204D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C46BF-388E-4046-A6CA-DC885367D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C46BF-388E-4046-A6CA-DC885367DA7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51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C46BF-388E-4046-A6CA-DC885367DA7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80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C46BF-388E-4046-A6CA-DC885367DA7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2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26720" y="6412528"/>
            <a:ext cx="1666240" cy="30895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0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56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8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56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81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12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5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5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576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48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93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22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572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8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39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62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65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57A4-8791-43EA-BC2F-A004588130D8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1286-5CC1-45C4-8347-93FB94CB0D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9BD1-4247-437D-844B-54C64E0385D5}" type="datetimeFigureOut">
              <a:rPr lang="ko-KR" altLang="en-US" smtClean="0"/>
              <a:t>2024-01-08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F004C-7284-4666-AD79-D53163245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01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369391"/>
            <a:ext cx="3704859" cy="9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3416300" y="3369391"/>
            <a:ext cx="3405413" cy="94500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762445" y="2646918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E6FC6"/>
                </a:solidFill>
              </a:rPr>
              <a:t>그룹웨어 메뉴얼</a:t>
            </a:r>
            <a:endParaRPr lang="ko-KR" altLang="en-US" sz="2400" b="1" dirty="0">
              <a:solidFill>
                <a:srgbClr val="0E6FC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4917" y="3216533"/>
            <a:ext cx="285687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 </a:t>
            </a:r>
            <a:r>
              <a:rPr lang="ko-KR" alt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전자결재 </a:t>
            </a:r>
            <a:r>
              <a:rPr lang="en-US" altLang="ko-KR" sz="1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1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휴가신청 및 취소</a:t>
            </a:r>
            <a:r>
              <a:rPr lang="en-US" altLang="ko-KR" sz="1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en-US" altLang="ko-KR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720870" y="3144411"/>
            <a:ext cx="447113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8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B820451-F067-4C5B-9923-E5BC37094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4380"/>
            <a:ext cx="7109455" cy="44712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4648" y="40273"/>
            <a:ext cx="3879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전자결재 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휴가신청 및 취소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ko-KR" altLang="en-US" sz="2800" dirty="0">
              <a:ln w="0"/>
              <a:solidFill>
                <a:srgbClr val="0E6F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그룹웨어 </a:t>
            </a:r>
            <a:r>
              <a:rPr lang="ko-KR" altLang="en-US" sz="1100" dirty="0" err="1"/>
              <a:t>메인페이지에</a:t>
            </a:r>
            <a:r>
              <a:rPr lang="ko-KR" altLang="en-US" sz="1100" dirty="0"/>
              <a:t> 있는 </a:t>
            </a:r>
            <a:r>
              <a:rPr lang="ko-KR" altLang="en-US" sz="1100" dirty="0">
                <a:solidFill>
                  <a:srgbClr val="FF0000"/>
                </a:solidFill>
              </a:rPr>
              <a:t>전자결재</a:t>
            </a:r>
            <a:r>
              <a:rPr lang="ko-KR" altLang="en-US" sz="1100" dirty="0"/>
              <a:t> 탭을 클릭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1900037" y="2192661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D849F-A2DC-4CF7-8A36-7D35A4215E8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 </a:t>
            </a:r>
            <a:r>
              <a:rPr lang="en-US" altLang="ko-KR" sz="2000" b="1" dirty="0"/>
              <a:t>- </a:t>
            </a:r>
            <a:r>
              <a:rPr lang="ko-KR" altLang="en-US" sz="1600" b="1" dirty="0"/>
              <a:t>휴가신청</a:t>
            </a:r>
            <a:endParaRPr lang="ko-KR" altLang="en-US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2113281" y="2451739"/>
            <a:ext cx="637712" cy="4724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712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3AF76D4B-B226-4924-8403-543BBFA31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37375"/>
            <a:ext cx="7167870" cy="44782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결재양식</a:t>
            </a:r>
            <a:r>
              <a:rPr lang="ko-KR" altLang="en-US" sz="1100" dirty="0"/>
              <a:t> 선택 후 본인이 상신 할 </a:t>
            </a:r>
            <a:endParaRPr lang="en-US" altLang="ko-KR" sz="1100" dirty="0"/>
          </a:p>
          <a:p>
            <a:r>
              <a:rPr lang="ko-KR" altLang="en-US" sz="1100" dirty="0" err="1">
                <a:solidFill>
                  <a:srgbClr val="FF0000"/>
                </a:solidFill>
              </a:rPr>
              <a:t>전자결재양식</a:t>
            </a:r>
            <a:r>
              <a:rPr lang="ko-KR" altLang="en-US" sz="1100" dirty="0" err="1"/>
              <a:t>을</a:t>
            </a:r>
            <a:r>
              <a:rPr lang="ko-KR" altLang="en-US" sz="1100" dirty="0"/>
              <a:t> 선택 </a:t>
            </a:r>
            <a:r>
              <a:rPr lang="en-US" altLang="ko-KR" sz="1100" dirty="0"/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휴가신청서</a:t>
            </a:r>
            <a:r>
              <a:rPr lang="en-US" altLang="ko-KR" sz="1100" dirty="0"/>
              <a:t>)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1188837" y="2535273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1402081" y="2794350"/>
            <a:ext cx="636269" cy="2060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C20A57-A850-47AB-8697-F95BA3EB13AC}"/>
              </a:ext>
            </a:extLst>
          </p:cNvPr>
          <p:cNvSpPr/>
          <p:nvPr/>
        </p:nvSpPr>
        <p:spPr>
          <a:xfrm>
            <a:off x="2764156" y="2918175"/>
            <a:ext cx="874394" cy="10537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37789F-2005-41E7-9B31-9AE1309D8A22}"/>
              </a:ext>
            </a:extLst>
          </p:cNvPr>
          <p:cNvSpPr/>
          <p:nvPr/>
        </p:nvSpPr>
        <p:spPr>
          <a:xfrm>
            <a:off x="4278630" y="3099150"/>
            <a:ext cx="1779269" cy="19491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E3D6B30-7508-4146-A69F-CE133DFB9E70}"/>
              </a:ext>
            </a:extLst>
          </p:cNvPr>
          <p:cNvCxnSpPr>
            <a:stCxn id="24" idx="3"/>
          </p:cNvCxnSpPr>
          <p:nvPr/>
        </p:nvCxnSpPr>
        <p:spPr>
          <a:xfrm>
            <a:off x="2038350" y="2897363"/>
            <a:ext cx="725806" cy="5316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7224157-4583-4B93-830F-32CAD6F11C76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638550" y="3837098"/>
            <a:ext cx="640080" cy="23660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AE46AC-BBCE-4C4E-AEA4-EF567B6E01B3}"/>
              </a:ext>
            </a:extLst>
          </p:cNvPr>
          <p:cNvSpPr txBox="1"/>
          <p:nvPr/>
        </p:nvSpPr>
        <p:spPr>
          <a:xfrm>
            <a:off x="104648" y="40273"/>
            <a:ext cx="3879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전자결재 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휴가신청 및 취소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ko-KR" altLang="en-US" sz="2800" dirty="0">
              <a:ln w="0"/>
              <a:solidFill>
                <a:srgbClr val="0E6F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845D81-6E32-475E-AD6E-304CD0AE8F75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 </a:t>
            </a:r>
            <a:r>
              <a:rPr lang="en-US" altLang="ko-KR" sz="2000" b="1" dirty="0"/>
              <a:t>- </a:t>
            </a:r>
            <a:r>
              <a:rPr lang="ko-KR" altLang="en-US" sz="1600" b="1" dirty="0"/>
              <a:t>휴가신청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5321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BBA59CE-8D50-4FCF-90B9-97F81BBC0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65" y="1844378"/>
            <a:ext cx="7197075" cy="44712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제목</a:t>
            </a:r>
            <a:r>
              <a:rPr lang="ko-KR" altLang="en-US" sz="1100" dirty="0"/>
              <a:t>은 </a:t>
            </a:r>
            <a:r>
              <a:rPr lang="ko-KR" altLang="en-US" sz="1100" dirty="0" err="1"/>
              <a:t>필수입력란으로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개인연차신청</a:t>
            </a:r>
            <a:r>
              <a:rPr lang="ko-KR" altLang="en-US" sz="1100" dirty="0"/>
              <a:t> 등의 제목 입력</a:t>
            </a:r>
            <a:endParaRPr lang="en-US" altLang="ko-KR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7E8ED15-2990-4A32-9173-9A188546741D}"/>
              </a:ext>
            </a:extLst>
          </p:cNvPr>
          <p:cNvSpPr/>
          <p:nvPr/>
        </p:nvSpPr>
        <p:spPr>
          <a:xfrm>
            <a:off x="1267634" y="284728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1480877" y="3106367"/>
            <a:ext cx="5179695" cy="281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1E9BBA-2269-4935-AB0A-D1CFC1337DC0}"/>
              </a:ext>
            </a:extLst>
          </p:cNvPr>
          <p:cNvSpPr txBox="1"/>
          <p:nvPr/>
        </p:nvSpPr>
        <p:spPr>
          <a:xfrm>
            <a:off x="104648" y="40273"/>
            <a:ext cx="3879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전자결재 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휴가신청 및 취소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ko-KR" altLang="en-US" sz="2800" dirty="0">
              <a:ln w="0"/>
              <a:solidFill>
                <a:srgbClr val="0E6F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9449BF1-9D5A-433E-9773-FE0ECB1DBB2D}"/>
              </a:ext>
            </a:extLst>
          </p:cNvPr>
          <p:cNvSpPr/>
          <p:nvPr/>
        </p:nvSpPr>
        <p:spPr>
          <a:xfrm>
            <a:off x="1066743" y="361275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F00541-7B19-4A2E-93C8-31A20A474393}"/>
              </a:ext>
            </a:extLst>
          </p:cNvPr>
          <p:cNvSpPr/>
          <p:nvPr/>
        </p:nvSpPr>
        <p:spPr>
          <a:xfrm>
            <a:off x="1279986" y="3871830"/>
            <a:ext cx="6149514" cy="6066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3A4600-C041-4E4C-95CD-BABD61BF512D}"/>
              </a:ext>
            </a:extLst>
          </p:cNvPr>
          <p:cNvSpPr/>
          <p:nvPr/>
        </p:nvSpPr>
        <p:spPr>
          <a:xfrm>
            <a:off x="7491846" y="3871830"/>
            <a:ext cx="706581" cy="6066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8DC694D-CAC8-4F84-915C-9B03952B7B53}"/>
              </a:ext>
            </a:extLst>
          </p:cNvPr>
          <p:cNvSpPr/>
          <p:nvPr/>
        </p:nvSpPr>
        <p:spPr>
          <a:xfrm>
            <a:off x="9141426" y="278893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F2440-F3A8-4B7A-9F9D-98633501852B}"/>
              </a:ext>
            </a:extLst>
          </p:cNvPr>
          <p:cNvSpPr txBox="1"/>
          <p:nvPr/>
        </p:nvSpPr>
        <p:spPr>
          <a:xfrm>
            <a:off x="9429598" y="2745331"/>
            <a:ext cx="24422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연차 신청할 정보 등을 입력 후 </a:t>
            </a:r>
            <a:endParaRPr lang="en-US" altLang="ko-KR" sz="1100" dirty="0"/>
          </a:p>
          <a:p>
            <a:r>
              <a:rPr lang="ko-KR" altLang="en-US" sz="1100" dirty="0"/>
              <a:t>내역추가 버튼을 클릭</a:t>
            </a:r>
            <a:endParaRPr lang="en-US" altLang="ko-KR" sz="1100" dirty="0"/>
          </a:p>
          <a:p>
            <a:r>
              <a:rPr lang="en-US" altLang="ko-KR" sz="1100" dirty="0"/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근태구분</a:t>
            </a:r>
            <a:r>
              <a:rPr lang="ko-KR" altLang="en-US" sz="1100" dirty="0"/>
              <a:t> 선택 시 자동입력</a:t>
            </a:r>
            <a:endParaRPr lang="en-US" altLang="ko-KR" sz="11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6A1B02-95D8-41BF-BFDC-FD831B800764}"/>
              </a:ext>
            </a:extLst>
          </p:cNvPr>
          <p:cNvSpPr/>
          <p:nvPr/>
        </p:nvSpPr>
        <p:spPr>
          <a:xfrm>
            <a:off x="1192191" y="4681803"/>
            <a:ext cx="7006235" cy="562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A8500E7-BF7D-4F56-81D5-E122DDF9C340}"/>
              </a:ext>
            </a:extLst>
          </p:cNvPr>
          <p:cNvSpPr/>
          <p:nvPr/>
        </p:nvSpPr>
        <p:spPr>
          <a:xfrm>
            <a:off x="925109" y="437821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3</a:t>
            </a:r>
            <a:endParaRPr lang="ko-KR" altLang="en-US" sz="1600" b="1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232289E-6140-47E4-A95A-2574229E56C7}"/>
              </a:ext>
            </a:extLst>
          </p:cNvPr>
          <p:cNvSpPr/>
          <p:nvPr/>
        </p:nvSpPr>
        <p:spPr>
          <a:xfrm>
            <a:off x="9141426" y="3557005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3</a:t>
            </a:r>
            <a:endParaRPr lang="ko-KR" altLang="en-US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4ED18D-D936-449C-B942-15D2852A698C}"/>
              </a:ext>
            </a:extLst>
          </p:cNvPr>
          <p:cNvSpPr txBox="1"/>
          <p:nvPr/>
        </p:nvSpPr>
        <p:spPr>
          <a:xfrm>
            <a:off x="9429598" y="3513400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신청내역을 확인 후 우측상단에 있는 </a:t>
            </a:r>
            <a:r>
              <a:rPr lang="ko-KR" altLang="en-US" sz="1100" dirty="0" err="1">
                <a:solidFill>
                  <a:srgbClr val="FF0000"/>
                </a:solidFill>
              </a:rPr>
              <a:t>결재상신</a:t>
            </a:r>
            <a:r>
              <a:rPr lang="ko-KR" altLang="en-US" sz="1100" dirty="0"/>
              <a:t> 클릭</a:t>
            </a:r>
            <a:endParaRPr lang="en-US" altLang="ko-KR" sz="11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89DFBA-2EB0-465F-940A-13EA07234EC1}"/>
              </a:ext>
            </a:extLst>
          </p:cNvPr>
          <p:cNvSpPr/>
          <p:nvPr/>
        </p:nvSpPr>
        <p:spPr>
          <a:xfrm>
            <a:off x="7445546" y="2170101"/>
            <a:ext cx="706581" cy="4342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F45AFEB1-C3BA-4DEE-BD41-8A3A419CDCA6}"/>
              </a:ext>
            </a:extLst>
          </p:cNvPr>
          <p:cNvCxnSpPr>
            <a:cxnSpLocks/>
            <a:stCxn id="26" idx="3"/>
            <a:endCxn id="30" idx="3"/>
          </p:cNvCxnSpPr>
          <p:nvPr/>
        </p:nvCxnSpPr>
        <p:spPr>
          <a:xfrm flipH="1" flipV="1">
            <a:off x="8152127" y="2387203"/>
            <a:ext cx="46299" cy="2575728"/>
          </a:xfrm>
          <a:prstGeom prst="bentConnector3">
            <a:avLst>
              <a:gd name="adj1" fmla="val -893745"/>
            </a:avLst>
          </a:prstGeom>
          <a:noFill/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9789380-2FAB-4962-BB8A-819EE714B3F6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 </a:t>
            </a:r>
            <a:r>
              <a:rPr lang="en-US" altLang="ko-KR" sz="2000" b="1" dirty="0"/>
              <a:t>- </a:t>
            </a:r>
            <a:r>
              <a:rPr lang="ko-KR" altLang="en-US" sz="1600" b="1" dirty="0"/>
              <a:t>휴가신청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6504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5E0BC48-553F-4971-A7F2-B5522A8AE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66" y="1844378"/>
            <a:ext cx="7197077" cy="44712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휴가신청서라는 새로운 창이 열리며 </a:t>
            </a:r>
            <a:r>
              <a:rPr lang="ko-KR" altLang="en-US" sz="1100" dirty="0">
                <a:solidFill>
                  <a:srgbClr val="FF0000"/>
                </a:solidFill>
              </a:rPr>
              <a:t>결재선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해당 부서 팀장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/>
              <a:t> 지정</a:t>
            </a:r>
            <a:endParaRPr lang="en-US" altLang="ko-KR" sz="11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4161733" y="2486375"/>
            <a:ext cx="1594832" cy="108809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1E9BBA-2269-4935-AB0A-D1CFC1337DC0}"/>
              </a:ext>
            </a:extLst>
          </p:cNvPr>
          <p:cNvSpPr txBox="1"/>
          <p:nvPr/>
        </p:nvSpPr>
        <p:spPr>
          <a:xfrm>
            <a:off x="104648" y="40273"/>
            <a:ext cx="3879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전자결재 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휴가신청 및 취소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ko-KR" altLang="en-US" sz="2800" dirty="0">
              <a:ln w="0"/>
              <a:solidFill>
                <a:srgbClr val="0E6F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5AF31D5-F359-4850-81AB-1271E32956C5}"/>
              </a:ext>
            </a:extLst>
          </p:cNvPr>
          <p:cNvSpPr/>
          <p:nvPr/>
        </p:nvSpPr>
        <p:spPr>
          <a:xfrm>
            <a:off x="3876425" y="2227411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4EFF3C-9249-46F7-BDDC-AE587A39230F}"/>
              </a:ext>
            </a:extLst>
          </p:cNvPr>
          <p:cNvSpPr/>
          <p:nvPr/>
        </p:nvSpPr>
        <p:spPr>
          <a:xfrm>
            <a:off x="1861879" y="3760993"/>
            <a:ext cx="5536448" cy="6655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2B6DFAA-D291-465A-9D6D-D673D160EF91}"/>
              </a:ext>
            </a:extLst>
          </p:cNvPr>
          <p:cNvSpPr/>
          <p:nvPr/>
        </p:nvSpPr>
        <p:spPr>
          <a:xfrm>
            <a:off x="1576571" y="3502029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D03A889-4921-4275-9B87-A6B0AF3E688E}"/>
              </a:ext>
            </a:extLst>
          </p:cNvPr>
          <p:cNvSpPr/>
          <p:nvPr/>
        </p:nvSpPr>
        <p:spPr>
          <a:xfrm>
            <a:off x="9141426" y="271114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F3ADAE-D535-4E26-8353-D9446F04716C}"/>
              </a:ext>
            </a:extLst>
          </p:cNvPr>
          <p:cNvSpPr txBox="1"/>
          <p:nvPr/>
        </p:nvSpPr>
        <p:spPr>
          <a:xfrm>
            <a:off x="9429598" y="2667537"/>
            <a:ext cx="244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 화면에서 입력한 근태 정보는 자동 입력</a:t>
            </a:r>
            <a:endParaRPr lang="en-US" altLang="ko-KR" sz="11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19984CE-5A5F-43E3-AF77-97B2B3124E05}"/>
              </a:ext>
            </a:extLst>
          </p:cNvPr>
          <p:cNvSpPr/>
          <p:nvPr/>
        </p:nvSpPr>
        <p:spPr>
          <a:xfrm>
            <a:off x="1929946" y="4692194"/>
            <a:ext cx="5437209" cy="15215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1D74540-3B04-4C78-94BE-01E7695654FB}"/>
              </a:ext>
            </a:extLst>
          </p:cNvPr>
          <p:cNvSpPr/>
          <p:nvPr/>
        </p:nvSpPr>
        <p:spPr>
          <a:xfrm>
            <a:off x="1662864" y="438860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3</a:t>
            </a:r>
            <a:endParaRPr lang="ko-KR" altLang="en-US" sz="1600" b="1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9ACC4FE-DBFC-40D5-BAEE-8C8AF40A72E0}"/>
              </a:ext>
            </a:extLst>
          </p:cNvPr>
          <p:cNvSpPr/>
          <p:nvPr/>
        </p:nvSpPr>
        <p:spPr>
          <a:xfrm>
            <a:off x="9141426" y="3404077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3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686A86-5D9A-462C-90B6-CD05C783D33E}"/>
              </a:ext>
            </a:extLst>
          </p:cNvPr>
          <p:cNvSpPr txBox="1"/>
          <p:nvPr/>
        </p:nvSpPr>
        <p:spPr>
          <a:xfrm>
            <a:off x="9429598" y="3360472"/>
            <a:ext cx="24422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해당 내용을 입력 후 </a:t>
            </a:r>
            <a:r>
              <a:rPr lang="ko-KR" altLang="en-US" sz="1100" dirty="0">
                <a:solidFill>
                  <a:srgbClr val="FF0000"/>
                </a:solidFill>
              </a:rPr>
              <a:t>상신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1FC8612-F1BD-4E68-8F44-1FFE9ACC8992}"/>
              </a:ext>
            </a:extLst>
          </p:cNvPr>
          <p:cNvSpPr/>
          <p:nvPr/>
        </p:nvSpPr>
        <p:spPr>
          <a:xfrm>
            <a:off x="6706351" y="2038411"/>
            <a:ext cx="414885" cy="2706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D15DBB34-A34C-4A79-912C-988ADBCC6819}"/>
              </a:ext>
            </a:extLst>
          </p:cNvPr>
          <p:cNvCxnSpPr>
            <a:cxnSpLocks/>
            <a:stCxn id="26" idx="3"/>
            <a:endCxn id="33" idx="3"/>
          </p:cNvCxnSpPr>
          <p:nvPr/>
        </p:nvCxnSpPr>
        <p:spPr>
          <a:xfrm flipH="1" flipV="1">
            <a:off x="7121236" y="2173751"/>
            <a:ext cx="245919" cy="3279228"/>
          </a:xfrm>
          <a:prstGeom prst="bentConnector3">
            <a:avLst>
              <a:gd name="adj1" fmla="val -175586"/>
            </a:avLst>
          </a:prstGeom>
          <a:noFill/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8420335-A32E-4A8E-8AF4-0FD421D99EC0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 </a:t>
            </a:r>
            <a:r>
              <a:rPr lang="en-US" altLang="ko-KR" sz="2000" b="1" dirty="0"/>
              <a:t>- </a:t>
            </a:r>
            <a:r>
              <a:rPr lang="ko-KR" altLang="en-US" sz="1600" b="1" dirty="0"/>
              <a:t>휴가신청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5135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2F1706E-9430-4E19-9EE8-0FA08623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89" y="1844377"/>
            <a:ext cx="7271750" cy="44712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0" y="2"/>
            <a:ext cx="104648" cy="563491"/>
          </a:xfrm>
          <a:prstGeom prst="rect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3D8BD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5B0ED2F-7730-4874-9932-56E1F0AB64E9}"/>
              </a:ext>
            </a:extLst>
          </p:cNvPr>
          <p:cNvSpPr/>
          <p:nvPr/>
        </p:nvSpPr>
        <p:spPr>
          <a:xfrm>
            <a:off x="9141426" y="1887986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1517-9F72-4EFA-AC15-C16BA373338C}"/>
              </a:ext>
            </a:extLst>
          </p:cNvPr>
          <p:cNvSpPr txBox="1"/>
          <p:nvPr/>
        </p:nvSpPr>
        <p:spPr>
          <a:xfrm>
            <a:off x="9429598" y="1844381"/>
            <a:ext cx="2442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휴가를 취소하고 싶을 시</a:t>
            </a:r>
            <a:endParaRPr lang="en-US" altLang="ko-KR" sz="1100" dirty="0"/>
          </a:p>
          <a:p>
            <a:r>
              <a:rPr lang="ko-KR" altLang="en-US" sz="1100" dirty="0"/>
              <a:t>인사</a:t>
            </a:r>
            <a:r>
              <a:rPr lang="en-US" altLang="ko-KR" sz="1100" dirty="0"/>
              <a:t>/</a:t>
            </a:r>
            <a:r>
              <a:rPr lang="ko-KR" altLang="en-US" sz="1100" dirty="0"/>
              <a:t>근태 탭에 근태신청관리 클릭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인사담당자</a:t>
            </a:r>
            <a:r>
              <a:rPr lang="ko-KR" altLang="en-US" sz="1100" dirty="0"/>
              <a:t>를 통해 취소 가능</a:t>
            </a:r>
            <a:endParaRPr lang="en-US" altLang="ko-KR" sz="11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9DACE-99B3-437D-9E0C-37FD647C48C4}"/>
              </a:ext>
            </a:extLst>
          </p:cNvPr>
          <p:cNvSpPr/>
          <p:nvPr/>
        </p:nvSpPr>
        <p:spPr>
          <a:xfrm>
            <a:off x="348343" y="943431"/>
            <a:ext cx="11523538" cy="5637727"/>
          </a:xfrm>
          <a:prstGeom prst="rect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8632DB-2B62-402D-A266-0DDD2231BE20}"/>
              </a:ext>
            </a:extLst>
          </p:cNvPr>
          <p:cNvCxnSpPr/>
          <p:nvPr/>
        </p:nvCxnSpPr>
        <p:spPr>
          <a:xfrm>
            <a:off x="8969827" y="943431"/>
            <a:ext cx="0" cy="5637727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A5F4591-DD1B-4ACA-9F52-205E7A011ECC}"/>
              </a:ext>
            </a:extLst>
          </p:cNvPr>
          <p:cNvCxnSpPr/>
          <p:nvPr/>
        </p:nvCxnSpPr>
        <p:spPr>
          <a:xfrm>
            <a:off x="348343" y="1538514"/>
            <a:ext cx="11491411" cy="0"/>
          </a:xfrm>
          <a:prstGeom prst="line">
            <a:avLst/>
          </a:prstGeom>
          <a:noFill/>
          <a:ln w="19050">
            <a:solidFill>
              <a:srgbClr val="0E6F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004C1C7-7478-4293-B655-B09B6F936F97}"/>
              </a:ext>
            </a:extLst>
          </p:cNvPr>
          <p:cNvSpPr txBox="1"/>
          <p:nvPr/>
        </p:nvSpPr>
        <p:spPr>
          <a:xfrm>
            <a:off x="8996172" y="1057327"/>
            <a:ext cx="281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설 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A2879F5-08A6-4EDD-AAE8-EE480C8643C0}"/>
              </a:ext>
            </a:extLst>
          </p:cNvPr>
          <p:cNvSpPr/>
          <p:nvPr/>
        </p:nvSpPr>
        <p:spPr>
          <a:xfrm>
            <a:off x="1075633" y="2341595"/>
            <a:ext cx="776027" cy="9578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1E9BBA-2269-4935-AB0A-D1CFC1337DC0}"/>
              </a:ext>
            </a:extLst>
          </p:cNvPr>
          <p:cNvSpPr txBox="1"/>
          <p:nvPr/>
        </p:nvSpPr>
        <p:spPr>
          <a:xfrm>
            <a:off x="104648" y="40273"/>
            <a:ext cx="3879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전자결재 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</a:t>
            </a:r>
            <a:r>
              <a:rPr lang="ko-KR" altLang="en-US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휴가신청 및 취소</a:t>
            </a:r>
            <a:r>
              <a:rPr lang="en-US" altLang="ko-KR" sz="2000" dirty="0">
                <a:ln w="0"/>
                <a:solidFill>
                  <a:srgbClr val="0E6FC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  <a:endParaRPr lang="ko-KR" altLang="en-US" sz="2800" dirty="0">
              <a:ln w="0"/>
              <a:solidFill>
                <a:srgbClr val="0E6FC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5AF31D5-F359-4850-81AB-1271E32956C5}"/>
              </a:ext>
            </a:extLst>
          </p:cNvPr>
          <p:cNvSpPr/>
          <p:nvPr/>
        </p:nvSpPr>
        <p:spPr>
          <a:xfrm>
            <a:off x="790325" y="2082631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1</a:t>
            </a:r>
            <a:endParaRPr lang="ko-KR" altLang="en-US" sz="1600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4EFF3C-9249-46F7-BDDC-AE587A39230F}"/>
              </a:ext>
            </a:extLst>
          </p:cNvPr>
          <p:cNvSpPr/>
          <p:nvPr/>
        </p:nvSpPr>
        <p:spPr>
          <a:xfrm>
            <a:off x="1778058" y="3390900"/>
            <a:ext cx="6542981" cy="7460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2B6DFAA-D291-465A-9D6D-D673D160EF91}"/>
              </a:ext>
            </a:extLst>
          </p:cNvPr>
          <p:cNvSpPr/>
          <p:nvPr/>
        </p:nvSpPr>
        <p:spPr>
          <a:xfrm>
            <a:off x="1492750" y="3346358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D03A889-4921-4275-9B87-A6B0AF3E688E}"/>
              </a:ext>
            </a:extLst>
          </p:cNvPr>
          <p:cNvSpPr/>
          <p:nvPr/>
        </p:nvSpPr>
        <p:spPr>
          <a:xfrm>
            <a:off x="9141426" y="2711142"/>
            <a:ext cx="258964" cy="258964"/>
          </a:xfrm>
          <a:prstGeom prst="ellipse">
            <a:avLst/>
          </a:prstGeom>
          <a:solidFill>
            <a:srgbClr val="0E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600" b="1" dirty="0"/>
              <a:t>2</a:t>
            </a:r>
            <a:endParaRPr lang="ko-KR" altLang="en-US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F3ADAE-D535-4E26-8353-D9446F04716C}"/>
              </a:ext>
            </a:extLst>
          </p:cNvPr>
          <p:cNvSpPr txBox="1"/>
          <p:nvPr/>
        </p:nvSpPr>
        <p:spPr>
          <a:xfrm>
            <a:off x="9429598" y="2667537"/>
            <a:ext cx="244228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신청한 현황 및 목록이 나오는데</a:t>
            </a:r>
            <a:endParaRPr lang="en-US" altLang="ko-KR" sz="1100" dirty="0"/>
          </a:p>
          <a:p>
            <a:r>
              <a:rPr lang="ko-KR" altLang="en-US" sz="1100" dirty="0"/>
              <a:t>취소하고 싶은 근태를 체크 후</a:t>
            </a:r>
            <a:endParaRPr lang="en-US" altLang="ko-KR" sz="1100" dirty="0"/>
          </a:p>
          <a:p>
            <a:r>
              <a:rPr lang="ko-KR" altLang="en-US" sz="1100" dirty="0">
                <a:solidFill>
                  <a:srgbClr val="FF0000"/>
                </a:solidFill>
              </a:rPr>
              <a:t>회수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>
                <a:solidFill>
                  <a:srgbClr val="FF0000"/>
                </a:solidFill>
              </a:rPr>
              <a:t>삭제</a:t>
            </a:r>
            <a:endParaRPr lang="en-US" altLang="ko-KR" sz="1100" dirty="0">
              <a:solidFill>
                <a:srgbClr val="FF0000"/>
              </a:solidFill>
            </a:endParaRPr>
          </a:p>
          <a:p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/>
              <a:t>-</a:t>
            </a:r>
            <a:r>
              <a:rPr lang="ko-KR" altLang="en-US" sz="1100" dirty="0"/>
              <a:t> 회수</a:t>
            </a:r>
            <a:r>
              <a:rPr lang="en-US" altLang="ko-KR" sz="1100" dirty="0"/>
              <a:t>/</a:t>
            </a:r>
            <a:r>
              <a:rPr lang="ko-KR" altLang="en-US" sz="1100" dirty="0"/>
              <a:t>삭제를 하면 해당 연차를 사용한 사람은 기존에 사용한 연차 사용이 취소됨</a:t>
            </a:r>
            <a:endParaRPr lang="en-US" altLang="ko-KR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420335-A32E-4A8E-8AF4-0FD421D99EC0}"/>
              </a:ext>
            </a:extLst>
          </p:cNvPr>
          <p:cNvSpPr txBox="1"/>
          <p:nvPr/>
        </p:nvSpPr>
        <p:spPr>
          <a:xfrm>
            <a:off x="348343" y="1057327"/>
            <a:ext cx="862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화 면 </a:t>
            </a:r>
            <a:r>
              <a:rPr lang="en-US" altLang="ko-KR" sz="2000" b="1" dirty="0"/>
              <a:t>– </a:t>
            </a:r>
            <a:r>
              <a:rPr lang="ko-KR" altLang="en-US" sz="1600" b="1" dirty="0"/>
              <a:t>휴가취소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인사담당자</a:t>
            </a:r>
            <a:r>
              <a:rPr lang="en-US" altLang="ko-KR" sz="1600" b="1" dirty="0"/>
              <a:t>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2659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4348</TotalTime>
  <Words>204</Words>
  <Application>Microsoft Office PowerPoint</Application>
  <PresentationFormat>와이드스크린</PresentationFormat>
  <Paragraphs>60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</dc:title>
  <dc:creator>misojiin</dc:creator>
  <cp:lastModifiedBy>주혁 정</cp:lastModifiedBy>
  <cp:revision>911</cp:revision>
  <cp:lastPrinted>2017-11-30T00:03:07Z</cp:lastPrinted>
  <dcterms:created xsi:type="dcterms:W3CDTF">2017-11-15T03:54:21Z</dcterms:created>
  <dcterms:modified xsi:type="dcterms:W3CDTF">2024-01-08T06:04:12Z</dcterms:modified>
</cp:coreProperties>
</file>