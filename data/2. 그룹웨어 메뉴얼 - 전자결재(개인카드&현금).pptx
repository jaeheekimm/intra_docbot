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</p:sldMasterIdLst>
  <p:notesMasterIdLst>
    <p:notesMasterId r:id="rId15"/>
  </p:notesMasterIdLst>
  <p:sldIdLst>
    <p:sldId id="304" r:id="rId3"/>
    <p:sldId id="306" r:id="rId4"/>
    <p:sldId id="307" r:id="rId5"/>
    <p:sldId id="308" r:id="rId6"/>
    <p:sldId id="310" r:id="rId7"/>
    <p:sldId id="313" r:id="rId8"/>
    <p:sldId id="314" r:id="rId9"/>
    <p:sldId id="318" r:id="rId10"/>
    <p:sldId id="315" r:id="rId11"/>
    <p:sldId id="319" r:id="rId12"/>
    <p:sldId id="316" r:id="rId13"/>
    <p:sldId id="317" r:id="rId14"/>
  </p:sldIdLst>
  <p:sldSz cx="12192000" cy="6858000"/>
  <p:notesSz cx="6797675" cy="9926638"/>
  <p:embeddedFontLs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FC6"/>
    <a:srgbClr val="C3C7CE"/>
    <a:srgbClr val="30D1B7"/>
    <a:srgbClr val="43E183"/>
    <a:srgbClr val="FBDC23"/>
    <a:srgbClr val="FFC000"/>
    <a:srgbClr val="24DC6E"/>
    <a:srgbClr val="2CD4A6"/>
    <a:srgbClr val="FDEC87"/>
    <a:srgbClr val="40B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742BB5-93FD-4E06-9868-9D030C668FDE}" v="134" dt="2021-02-01T01:40:19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5" autoAdjust="0"/>
    <p:restoredTop sz="91036" autoAdjust="0"/>
  </p:normalViewPr>
  <p:slideViewPr>
    <p:cSldViewPr snapToGrid="0">
      <p:cViewPr varScale="1">
        <p:scale>
          <a:sx n="89" d="100"/>
          <a:sy n="89" d="100"/>
        </p:scale>
        <p:origin x="120" y="15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희재" userId="5f137378-fb9e-4efa-89ca-3d5ddf85b964" providerId="ADAL" clId="{FB957BF7-BE35-4B0F-99DC-05EAB49A60AD}"/>
    <pc:docChg chg="modSld">
      <pc:chgData name="강희재" userId="5f137378-fb9e-4efa-89ca-3d5ddf85b964" providerId="ADAL" clId="{FB957BF7-BE35-4B0F-99DC-05EAB49A60AD}" dt="2021-01-12T00:47:39.320" v="16"/>
      <pc:docMkLst>
        <pc:docMk/>
      </pc:docMkLst>
      <pc:sldChg chg="modSp mod">
        <pc:chgData name="강희재" userId="5f137378-fb9e-4efa-89ca-3d5ddf85b964" providerId="ADAL" clId="{FB957BF7-BE35-4B0F-99DC-05EAB49A60AD}" dt="2021-01-12T00:47:39.320" v="16"/>
        <pc:sldMkLst>
          <pc:docMk/>
          <pc:sldMk cId="3084610053" sldId="336"/>
        </pc:sldMkLst>
        <pc:spChg chg="mod">
          <ac:chgData name="강희재" userId="5f137378-fb9e-4efa-89ca-3d5ddf85b964" providerId="ADAL" clId="{FB957BF7-BE35-4B0F-99DC-05EAB49A60AD}" dt="2021-01-12T00:47:39.320" v="16"/>
          <ac:spMkLst>
            <pc:docMk/>
            <pc:sldMk cId="3084610053" sldId="336"/>
            <ac:spMk id="10" creationId="{404D50FD-FCF2-44C6-9AA4-37E5737FA8EB}"/>
          </ac:spMkLst>
        </pc:spChg>
      </pc:sldChg>
    </pc:docChg>
  </pc:docChgLst>
  <pc:docChgLst>
    <pc:chgData name="강희재" userId="5f137378-fb9e-4efa-89ca-3d5ddf85b964" providerId="ADAL" clId="{FD906E82-72AD-4EBF-B7DC-94A137493906}"/>
    <pc:docChg chg="modSld">
      <pc:chgData name="강희재" userId="5f137378-fb9e-4efa-89ca-3d5ddf85b964" providerId="ADAL" clId="{FD906E82-72AD-4EBF-B7DC-94A137493906}" dt="2020-08-26T00:15:59.227" v="1" actId="338"/>
      <pc:docMkLst>
        <pc:docMk/>
      </pc:docMkLst>
      <pc:sldChg chg="addSp delSp modSp">
        <pc:chgData name="강희재" userId="5f137378-fb9e-4efa-89ca-3d5ddf85b964" providerId="ADAL" clId="{FD906E82-72AD-4EBF-B7DC-94A137493906}" dt="2020-08-26T00:15:59.227" v="1" actId="338"/>
        <pc:sldMkLst>
          <pc:docMk/>
          <pc:sldMk cId="2295488178" sldId="289"/>
        </pc:sldMkLst>
        <pc:grpChg chg="add mod">
          <ac:chgData name="강희재" userId="5f137378-fb9e-4efa-89ca-3d5ddf85b964" providerId="ADAL" clId="{FD906E82-72AD-4EBF-B7DC-94A137493906}" dt="2020-08-26T00:15:59.227" v="1" actId="338"/>
          <ac:grpSpMkLst>
            <pc:docMk/>
            <pc:sldMk cId="2295488178" sldId="289"/>
            <ac:grpSpMk id="4" creationId="{6845DED0-D13B-4DFD-969C-C6C2384D7BEE}"/>
          </ac:grpSpMkLst>
        </pc:grpChg>
        <pc:grpChg chg="mod topLvl">
          <ac:chgData name="강희재" userId="5f137378-fb9e-4efa-89ca-3d5ddf85b964" providerId="ADAL" clId="{FD906E82-72AD-4EBF-B7DC-94A137493906}" dt="2020-08-26T00:15:59.227" v="1" actId="338"/>
          <ac:grpSpMkLst>
            <pc:docMk/>
            <pc:sldMk cId="2295488178" sldId="289"/>
            <ac:grpSpMk id="14" creationId="{00000000-0000-0000-0000-000000000000}"/>
          </ac:grpSpMkLst>
        </pc:grpChg>
        <pc:grpChg chg="mod topLvl">
          <ac:chgData name="강희재" userId="5f137378-fb9e-4efa-89ca-3d5ddf85b964" providerId="ADAL" clId="{FD906E82-72AD-4EBF-B7DC-94A137493906}" dt="2020-08-26T00:15:59.227" v="1" actId="338"/>
          <ac:grpSpMkLst>
            <pc:docMk/>
            <pc:sldMk cId="2295488178" sldId="289"/>
            <ac:grpSpMk id="15" creationId="{00000000-0000-0000-0000-000000000000}"/>
          </ac:grpSpMkLst>
        </pc:grpChg>
        <pc:grpChg chg="mod topLvl">
          <ac:chgData name="강희재" userId="5f137378-fb9e-4efa-89ca-3d5ddf85b964" providerId="ADAL" clId="{FD906E82-72AD-4EBF-B7DC-94A137493906}" dt="2020-08-26T00:15:59.227" v="1" actId="338"/>
          <ac:grpSpMkLst>
            <pc:docMk/>
            <pc:sldMk cId="2295488178" sldId="289"/>
            <ac:grpSpMk id="16" creationId="{00000000-0000-0000-0000-000000000000}"/>
          </ac:grpSpMkLst>
        </pc:grpChg>
        <pc:grpChg chg="mod topLvl">
          <ac:chgData name="강희재" userId="5f137378-fb9e-4efa-89ca-3d5ddf85b964" providerId="ADAL" clId="{FD906E82-72AD-4EBF-B7DC-94A137493906}" dt="2020-08-26T00:15:59.227" v="1" actId="338"/>
          <ac:grpSpMkLst>
            <pc:docMk/>
            <pc:sldMk cId="2295488178" sldId="289"/>
            <ac:grpSpMk id="17" creationId="{00000000-0000-0000-0000-000000000000}"/>
          </ac:grpSpMkLst>
        </pc:grpChg>
        <pc:grpChg chg="del">
          <ac:chgData name="강희재" userId="5f137378-fb9e-4efa-89ca-3d5ddf85b964" providerId="ADAL" clId="{FD906E82-72AD-4EBF-B7DC-94A137493906}" dt="2020-08-26T00:15:54.277" v="0" actId="165"/>
          <ac:grpSpMkLst>
            <pc:docMk/>
            <pc:sldMk cId="2295488178" sldId="289"/>
            <ac:grpSpMk id="22" creationId="{00000000-0000-0000-0000-000000000000}"/>
          </ac:grpSpMkLst>
        </pc:grpChg>
        <pc:graphicFrameChg chg="mod">
          <ac:chgData name="강희재" userId="5f137378-fb9e-4efa-89ca-3d5ddf85b964" providerId="ADAL" clId="{FD906E82-72AD-4EBF-B7DC-94A137493906}" dt="2020-08-26T00:15:54.277" v="0" actId="165"/>
          <ac:graphicFrameMkLst>
            <pc:docMk/>
            <pc:sldMk cId="2295488178" sldId="289"/>
            <ac:graphicFrameMk id="70" creationId="{00000000-0000-0000-0000-000000000000}"/>
          </ac:graphicFrameMkLst>
        </pc:graphicFrame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1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2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3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4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5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6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7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8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9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71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75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76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77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78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79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0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1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2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3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4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5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6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7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8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9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0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1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2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3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4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5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6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7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8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9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0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1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2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3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4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5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6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7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8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9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10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11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12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13" creationId="{00000000-0000-0000-0000-000000000000}"/>
          </ac:picMkLst>
        </pc:picChg>
      </pc:sldChg>
    </pc:docChg>
  </pc:docChgLst>
  <pc:docChgLst>
    <pc:chgData name="강희재" userId="5f137378-fb9e-4efa-89ca-3d5ddf85b964" providerId="ADAL" clId="{D31FBA7C-F5E5-41CD-9C46-144F00299DF9}"/>
    <pc:docChg chg="undo redo custSel addSld modSld">
      <pc:chgData name="강희재" userId="5f137378-fb9e-4efa-89ca-3d5ddf85b964" providerId="ADAL" clId="{D31FBA7C-F5E5-41CD-9C46-144F00299DF9}" dt="2020-08-31T01:21:10.859" v="2751" actId="20577"/>
      <pc:docMkLst>
        <pc:docMk/>
      </pc:docMkLst>
      <pc:sldChg chg="modSp mod">
        <pc:chgData name="강희재" userId="5f137378-fb9e-4efa-89ca-3d5ddf85b964" providerId="ADAL" clId="{D31FBA7C-F5E5-41CD-9C46-144F00299DF9}" dt="2020-08-31T01:21:10.859" v="2751" actId="20577"/>
        <pc:sldMkLst>
          <pc:docMk/>
          <pc:sldMk cId="3182785965" sldId="304"/>
        </pc:sldMkLst>
        <pc:spChg chg="mod">
          <ac:chgData name="강희재" userId="5f137378-fb9e-4efa-89ca-3d5ddf85b964" providerId="ADAL" clId="{D31FBA7C-F5E5-41CD-9C46-144F00299DF9}" dt="2020-08-31T01:21:10.859" v="2751" actId="20577"/>
          <ac:spMkLst>
            <pc:docMk/>
            <pc:sldMk cId="3182785965" sldId="304"/>
            <ac:spMk id="13" creationId="{00000000-0000-0000-0000-000000000000}"/>
          </ac:spMkLst>
        </pc:spChg>
      </pc:sldChg>
      <pc:sldChg chg="modSp mod">
        <pc:chgData name="강희재" userId="5f137378-fb9e-4efa-89ca-3d5ddf85b964" providerId="ADAL" clId="{D31FBA7C-F5E5-41CD-9C46-144F00299DF9}" dt="2020-08-31T01:17:14.556" v="2748" actId="6549"/>
        <pc:sldMkLst>
          <pc:docMk/>
          <pc:sldMk cId="1001841106" sldId="318"/>
        </pc:sldMkLst>
        <pc:spChg chg="mod">
          <ac:chgData name="강희재" userId="5f137378-fb9e-4efa-89ca-3d5ddf85b964" providerId="ADAL" clId="{D31FBA7C-F5E5-41CD-9C46-144F00299DF9}" dt="2020-08-31T01:17:14.556" v="2748" actId="6549"/>
          <ac:spMkLst>
            <pc:docMk/>
            <pc:sldMk cId="1001841106" sldId="318"/>
            <ac:spMk id="6" creationId="{A38546FC-4034-459C-A1CC-14AFC71573CC}"/>
          </ac:spMkLst>
        </pc:spChg>
      </pc:sldChg>
      <pc:sldChg chg="addSp modSp mod">
        <pc:chgData name="강희재" userId="5f137378-fb9e-4efa-89ca-3d5ddf85b964" providerId="ADAL" clId="{D31FBA7C-F5E5-41CD-9C46-144F00299DF9}" dt="2020-08-31T01:12:57.902" v="2746"/>
        <pc:sldMkLst>
          <pc:docMk/>
          <pc:sldMk cId="2215087216" sldId="319"/>
        </pc:sldMkLst>
        <pc:spChg chg="mod">
          <ac:chgData name="강희재" userId="5f137378-fb9e-4efa-89ca-3d5ddf85b964" providerId="ADAL" clId="{D31FBA7C-F5E5-41CD-9C46-144F00299DF9}" dt="2020-08-31T01:12:54.230" v="2745" actId="404"/>
          <ac:spMkLst>
            <pc:docMk/>
            <pc:sldMk cId="2215087216" sldId="319"/>
            <ac:spMk id="6" creationId="{A38546FC-4034-459C-A1CC-14AFC71573CC}"/>
          </ac:spMkLst>
        </pc:spChg>
        <pc:cxnChg chg="add mod">
          <ac:chgData name="강희재" userId="5f137378-fb9e-4efa-89ca-3d5ddf85b964" providerId="ADAL" clId="{D31FBA7C-F5E5-41CD-9C46-144F00299DF9}" dt="2020-08-31T01:12:57.902" v="2746"/>
          <ac:cxnSpMkLst>
            <pc:docMk/>
            <pc:sldMk cId="2215087216" sldId="319"/>
            <ac:cxnSpMk id="16" creationId="{46202B49-05EE-43B2-88D4-A8572AFED572}"/>
          </ac:cxnSpMkLst>
        </pc:cxnChg>
      </pc:sldChg>
      <pc:sldChg chg="addSp delSp modSp mod">
        <pc:chgData name="강희재" userId="5f137378-fb9e-4efa-89ca-3d5ddf85b964" providerId="ADAL" clId="{D31FBA7C-F5E5-41CD-9C46-144F00299DF9}" dt="2020-08-27T07:01:13.504" v="30" actId="478"/>
        <pc:sldMkLst>
          <pc:docMk/>
          <pc:sldMk cId="1151784237" sldId="340"/>
        </pc:sldMkLst>
        <pc:picChg chg="add del ord">
          <ac:chgData name="강희재" userId="5f137378-fb9e-4efa-89ca-3d5ddf85b964" providerId="ADAL" clId="{D31FBA7C-F5E5-41CD-9C46-144F00299DF9}" dt="2020-08-27T07:01:13.504" v="30" actId="478"/>
          <ac:picMkLst>
            <pc:docMk/>
            <pc:sldMk cId="1151784237" sldId="340"/>
            <ac:picMk id="4" creationId="{47BB4090-D00B-4972-95C7-CEFEF1E080DD}"/>
          </ac:picMkLst>
        </pc:picChg>
        <pc:picChg chg="add del">
          <ac:chgData name="강희재" userId="5f137378-fb9e-4efa-89ca-3d5ddf85b964" providerId="ADAL" clId="{D31FBA7C-F5E5-41CD-9C46-144F00299DF9}" dt="2020-08-27T07:01:09.632" v="28" actId="478"/>
          <ac:picMkLst>
            <pc:docMk/>
            <pc:sldMk cId="1151784237" sldId="340"/>
            <ac:picMk id="5" creationId="{831D452D-3BB3-4E4B-88C0-8F33D5FD4AAE}"/>
          </ac:picMkLst>
        </pc:picChg>
        <pc:picChg chg="add del">
          <ac:chgData name="강희재" userId="5f137378-fb9e-4efa-89ca-3d5ddf85b964" providerId="ADAL" clId="{D31FBA7C-F5E5-41CD-9C46-144F00299DF9}" dt="2020-08-27T07:01:08.421" v="27" actId="478"/>
          <ac:picMkLst>
            <pc:docMk/>
            <pc:sldMk cId="1151784237" sldId="340"/>
            <ac:picMk id="12" creationId="{2A526FE8-1352-4582-BA40-9A26E8E5A740}"/>
          </ac:picMkLst>
        </pc:picChg>
      </pc:sldChg>
      <pc:sldChg chg="addSp delSp modSp add mod">
        <pc:chgData name="강희재" userId="5f137378-fb9e-4efa-89ca-3d5ddf85b964" providerId="ADAL" clId="{D31FBA7C-F5E5-41CD-9C46-144F00299DF9}" dt="2020-08-27T07:52:36.170" v="1631" actId="207"/>
        <pc:sldMkLst>
          <pc:docMk/>
          <pc:sldMk cId="2777832302" sldId="341"/>
        </pc:sldMkLst>
        <pc:spChg chg="mod">
          <ac:chgData name="강희재" userId="5f137378-fb9e-4efa-89ca-3d5ddf85b964" providerId="ADAL" clId="{D31FBA7C-F5E5-41CD-9C46-144F00299DF9}" dt="2020-08-27T07:06:36.247" v="72"/>
          <ac:spMkLst>
            <pc:docMk/>
            <pc:sldMk cId="2777832302" sldId="341"/>
            <ac:spMk id="7" creationId="{00000000-0000-0000-0000-000000000000}"/>
          </ac:spMkLst>
        </pc:spChg>
        <pc:spChg chg="add del mod">
          <ac:chgData name="강희재" userId="5f137378-fb9e-4efa-89ca-3d5ddf85b964" providerId="ADAL" clId="{D31FBA7C-F5E5-41CD-9C46-144F00299DF9}" dt="2020-08-27T07:06:15.038" v="34" actId="1076"/>
          <ac:spMkLst>
            <pc:docMk/>
            <pc:sldMk cId="2777832302" sldId="341"/>
            <ac:spMk id="8" creationId="{EE0B465E-0C6F-4D08-9416-8F69BAAEE5CA}"/>
          </ac:spMkLst>
        </pc:spChg>
        <pc:spChg chg="mod">
          <ac:chgData name="강희재" userId="5f137378-fb9e-4efa-89ca-3d5ddf85b964" providerId="ADAL" clId="{D31FBA7C-F5E5-41CD-9C46-144F00299DF9}" dt="2020-08-27T07:52:36.170" v="1631" actId="207"/>
          <ac:spMkLst>
            <pc:docMk/>
            <pc:sldMk cId="2777832302" sldId="341"/>
            <ac:spMk id="10" creationId="{404D50FD-FCF2-44C6-9AA4-37E5737FA8EB}"/>
          </ac:spMkLst>
        </pc:spChg>
        <pc:spChg chg="add del mod">
          <ac:chgData name="강희재" userId="5f137378-fb9e-4efa-89ca-3d5ddf85b964" providerId="ADAL" clId="{D31FBA7C-F5E5-41CD-9C46-144F00299DF9}" dt="2020-08-27T07:06:42.079" v="75" actId="1035"/>
          <ac:spMkLst>
            <pc:docMk/>
            <pc:sldMk cId="2777832302" sldId="341"/>
            <ac:spMk id="18" creationId="{90E95E6D-B315-4DA2-811A-FA9BAB61E612}"/>
          </ac:spMkLst>
        </pc:spChg>
        <pc:picChg chg="add mod ord">
          <ac:chgData name="강희재" userId="5f137378-fb9e-4efa-89ca-3d5ddf85b964" providerId="ADAL" clId="{D31FBA7C-F5E5-41CD-9C46-144F00299DF9}" dt="2020-08-27T07:06:04.320" v="33" actId="1076"/>
          <ac:picMkLst>
            <pc:docMk/>
            <pc:sldMk cId="2777832302" sldId="341"/>
            <ac:picMk id="3" creationId="{B526950F-40AF-494E-83EA-7F2C72D05DE9}"/>
          </ac:picMkLst>
        </pc:picChg>
        <pc:picChg chg="del">
          <ac:chgData name="강희재" userId="5f137378-fb9e-4efa-89ca-3d5ddf85b964" providerId="ADAL" clId="{D31FBA7C-F5E5-41CD-9C46-144F00299DF9}" dt="2020-08-27T07:00:39.784" v="13" actId="478"/>
          <ac:picMkLst>
            <pc:docMk/>
            <pc:sldMk cId="2777832302" sldId="341"/>
            <ac:picMk id="4" creationId="{47BB4090-D00B-4972-95C7-CEFEF1E080DD}"/>
          </ac:picMkLst>
        </pc:picChg>
        <pc:picChg chg="del">
          <ac:chgData name="강희재" userId="5f137378-fb9e-4efa-89ca-3d5ddf85b964" providerId="ADAL" clId="{D31FBA7C-F5E5-41CD-9C46-144F00299DF9}" dt="2020-08-27T07:00:42.020" v="14" actId="478"/>
          <ac:picMkLst>
            <pc:docMk/>
            <pc:sldMk cId="2777832302" sldId="341"/>
            <ac:picMk id="5" creationId="{831D452D-3BB3-4E4B-88C0-8F33D5FD4AAE}"/>
          </ac:picMkLst>
        </pc:picChg>
        <pc:picChg chg="add del">
          <ac:chgData name="강희재" userId="5f137378-fb9e-4efa-89ca-3d5ddf85b964" providerId="ADAL" clId="{D31FBA7C-F5E5-41CD-9C46-144F00299DF9}" dt="2020-08-27T07:00:38.542" v="12"/>
          <ac:picMkLst>
            <pc:docMk/>
            <pc:sldMk cId="2777832302" sldId="341"/>
            <ac:picMk id="6" creationId="{7DEF6BA3-E76F-4079-88D7-ACAAD9FDBCA9}"/>
          </ac:picMkLst>
        </pc:picChg>
        <pc:picChg chg="add del mod">
          <ac:chgData name="강희재" userId="5f137378-fb9e-4efa-89ca-3d5ddf85b964" providerId="ADAL" clId="{D31FBA7C-F5E5-41CD-9C46-144F00299DF9}" dt="2020-08-27T07:42:22.106" v="797" actId="21"/>
          <ac:picMkLst>
            <pc:docMk/>
            <pc:sldMk cId="2777832302" sldId="341"/>
            <ac:picMk id="9" creationId="{DB25D341-E475-4C29-9A5C-CAA17ECE5636}"/>
          </ac:picMkLst>
        </pc:picChg>
        <pc:picChg chg="del">
          <ac:chgData name="강희재" userId="5f137378-fb9e-4efa-89ca-3d5ddf85b964" providerId="ADAL" clId="{D31FBA7C-F5E5-41CD-9C46-144F00299DF9}" dt="2020-08-27T06:58:14.340" v="7" actId="478"/>
          <ac:picMkLst>
            <pc:docMk/>
            <pc:sldMk cId="2777832302" sldId="341"/>
            <ac:picMk id="12" creationId="{2A526FE8-1352-4582-BA40-9A26E8E5A740}"/>
          </ac:picMkLst>
        </pc:picChg>
        <pc:cxnChg chg="add del">
          <ac:chgData name="강희재" userId="5f137378-fb9e-4efa-89ca-3d5ddf85b964" providerId="ADAL" clId="{D31FBA7C-F5E5-41CD-9C46-144F00299DF9}" dt="2020-08-27T06:58:18.337" v="10" actId="478"/>
          <ac:cxnSpMkLst>
            <pc:docMk/>
            <pc:sldMk cId="2777832302" sldId="341"/>
            <ac:cxnSpMk id="14" creationId="{B10E5156-D9CF-46DE-B296-9394395EE28A}"/>
          </ac:cxnSpMkLst>
        </pc:cxnChg>
      </pc:sldChg>
      <pc:sldChg chg="addSp delSp modSp add mod">
        <pc:chgData name="강희재" userId="5f137378-fb9e-4efa-89ca-3d5ddf85b964" providerId="ADAL" clId="{D31FBA7C-F5E5-41CD-9C46-144F00299DF9}" dt="2020-08-27T07:59:58.850" v="2074" actId="20577"/>
        <pc:sldMkLst>
          <pc:docMk/>
          <pc:sldMk cId="494865313" sldId="342"/>
        </pc:sldMkLst>
        <pc:spChg chg="mod">
          <ac:chgData name="강희재" userId="5f137378-fb9e-4efa-89ca-3d5ddf85b964" providerId="ADAL" clId="{D31FBA7C-F5E5-41CD-9C46-144F00299DF9}" dt="2020-08-27T07:57:26.812" v="1998" actId="20577"/>
          <ac:spMkLst>
            <pc:docMk/>
            <pc:sldMk cId="494865313" sldId="342"/>
            <ac:spMk id="7" creationId="{00000000-0000-0000-0000-000000000000}"/>
          </ac:spMkLst>
        </pc:spChg>
        <pc:spChg chg="mod">
          <ac:chgData name="강희재" userId="5f137378-fb9e-4efa-89ca-3d5ddf85b964" providerId="ADAL" clId="{D31FBA7C-F5E5-41CD-9C46-144F00299DF9}" dt="2020-08-27T07:23:50.316" v="486" actId="1076"/>
          <ac:spMkLst>
            <pc:docMk/>
            <pc:sldMk cId="494865313" sldId="342"/>
            <ac:spMk id="8" creationId="{EE0B465E-0C6F-4D08-9416-8F69BAAEE5CA}"/>
          </ac:spMkLst>
        </pc:spChg>
        <pc:spChg chg="add">
          <ac:chgData name="강희재" userId="5f137378-fb9e-4efa-89ca-3d5ddf85b964" providerId="ADAL" clId="{D31FBA7C-F5E5-41CD-9C46-144F00299DF9}" dt="2020-08-27T07:24:34.953" v="546" actId="22"/>
          <ac:spMkLst>
            <pc:docMk/>
            <pc:sldMk cId="494865313" sldId="342"/>
            <ac:spMk id="9" creationId="{F09E4334-6CDD-40E6-8EFA-162C403E363D}"/>
          </ac:spMkLst>
        </pc:spChg>
        <pc:spChg chg="mod">
          <ac:chgData name="강희재" userId="5f137378-fb9e-4efa-89ca-3d5ddf85b964" providerId="ADAL" clId="{D31FBA7C-F5E5-41CD-9C46-144F00299DF9}" dt="2020-08-27T07:59:58.850" v="2074" actId="20577"/>
          <ac:spMkLst>
            <pc:docMk/>
            <pc:sldMk cId="494865313" sldId="342"/>
            <ac:spMk id="10" creationId="{404D50FD-FCF2-44C6-9AA4-37E5737FA8EB}"/>
          </ac:spMkLst>
        </pc:spChg>
        <pc:spChg chg="add mod">
          <ac:chgData name="강희재" userId="5f137378-fb9e-4efa-89ca-3d5ddf85b964" providerId="ADAL" clId="{D31FBA7C-F5E5-41CD-9C46-144F00299DF9}" dt="2020-08-27T07:43:51.845" v="1099" actId="1037"/>
          <ac:spMkLst>
            <pc:docMk/>
            <pc:sldMk cId="494865313" sldId="342"/>
            <ac:spMk id="11" creationId="{5C521D09-8244-4D5F-96DF-53FB4761F480}"/>
          </ac:spMkLst>
        </pc:spChg>
        <pc:spChg chg="add mod">
          <ac:chgData name="강희재" userId="5f137378-fb9e-4efa-89ca-3d5ddf85b964" providerId="ADAL" clId="{D31FBA7C-F5E5-41CD-9C46-144F00299DF9}" dt="2020-08-27T07:23:58.761" v="492" actId="20577"/>
          <ac:spMkLst>
            <pc:docMk/>
            <pc:sldMk cId="494865313" sldId="342"/>
            <ac:spMk id="15" creationId="{C939195A-D1A5-4122-A3CB-C8C43BC46ABB}"/>
          </ac:spMkLst>
        </pc:spChg>
        <pc:spChg chg="add mod">
          <ac:chgData name="강희재" userId="5f137378-fb9e-4efa-89ca-3d5ddf85b964" providerId="ADAL" clId="{D31FBA7C-F5E5-41CD-9C46-144F00299DF9}" dt="2020-08-27T07:24:01.719" v="494" actId="20577"/>
          <ac:spMkLst>
            <pc:docMk/>
            <pc:sldMk cId="494865313" sldId="342"/>
            <ac:spMk id="16" creationId="{F9A4AD53-F42D-43C2-8FBF-2E393BEAAA52}"/>
          </ac:spMkLst>
        </pc:spChg>
        <pc:spChg chg="del">
          <ac:chgData name="강희재" userId="5f137378-fb9e-4efa-89ca-3d5ddf85b964" providerId="ADAL" clId="{D31FBA7C-F5E5-41CD-9C46-144F00299DF9}" dt="2020-08-27T07:24:12.671" v="510" actId="478"/>
          <ac:spMkLst>
            <pc:docMk/>
            <pc:sldMk cId="494865313" sldId="342"/>
            <ac:spMk id="18" creationId="{90E95E6D-B315-4DA2-811A-FA9BAB61E612}"/>
          </ac:spMkLst>
        </pc:spChg>
        <pc:spChg chg="add del mod">
          <ac:chgData name="강희재" userId="5f137378-fb9e-4efa-89ca-3d5ddf85b964" providerId="ADAL" clId="{D31FBA7C-F5E5-41CD-9C46-144F00299DF9}" dt="2020-08-27T07:43:43.201" v="1036" actId="478"/>
          <ac:spMkLst>
            <pc:docMk/>
            <pc:sldMk cId="494865313" sldId="342"/>
            <ac:spMk id="22" creationId="{1A5E5A29-2DA9-4448-ABAE-2D67D0ABB06B}"/>
          </ac:spMkLst>
        </pc:spChg>
        <pc:spChg chg="add">
          <ac:chgData name="강희재" userId="5f137378-fb9e-4efa-89ca-3d5ddf85b964" providerId="ADAL" clId="{D31FBA7C-F5E5-41CD-9C46-144F00299DF9}" dt="2020-08-27T07:31:57.578" v="749" actId="22"/>
          <ac:spMkLst>
            <pc:docMk/>
            <pc:sldMk cId="494865313" sldId="342"/>
            <ac:spMk id="27" creationId="{3BAED67E-D284-4FE0-BE07-721118FAB6E3}"/>
          </ac:spMkLst>
        </pc:spChg>
        <pc:picChg chg="del ord">
          <ac:chgData name="강희재" userId="5f137378-fb9e-4efa-89ca-3d5ddf85b964" providerId="ADAL" clId="{D31FBA7C-F5E5-41CD-9C46-144F00299DF9}" dt="2020-08-27T07:22:28.225" v="390" actId="478"/>
          <ac:picMkLst>
            <pc:docMk/>
            <pc:sldMk cId="494865313" sldId="342"/>
            <ac:picMk id="3" creationId="{B526950F-40AF-494E-83EA-7F2C72D05DE9}"/>
          </ac:picMkLst>
        </pc:picChg>
        <pc:picChg chg="add mod ord">
          <ac:chgData name="강희재" userId="5f137378-fb9e-4efa-89ca-3d5ddf85b964" providerId="ADAL" clId="{D31FBA7C-F5E5-41CD-9C46-144F00299DF9}" dt="2020-08-27T07:42:50.918" v="866" actId="167"/>
          <ac:picMkLst>
            <pc:docMk/>
            <pc:sldMk cId="494865313" sldId="342"/>
            <ac:picMk id="4" creationId="{B9413551-1CDC-406A-90B7-8C40B71A8D56}"/>
          </ac:picMkLst>
        </pc:picChg>
        <pc:picChg chg="add del mod ord">
          <ac:chgData name="강희재" userId="5f137378-fb9e-4efa-89ca-3d5ddf85b964" providerId="ADAL" clId="{D31FBA7C-F5E5-41CD-9C46-144F00299DF9}" dt="2020-08-27T07:42:59.461" v="940" actId="1038"/>
          <ac:picMkLst>
            <pc:docMk/>
            <pc:sldMk cId="494865313" sldId="342"/>
            <ac:picMk id="5" creationId="{4A01E298-F08B-4590-9090-70196E70E39A}"/>
          </ac:picMkLst>
        </pc:picChg>
        <pc:picChg chg="add del mod ord">
          <ac:chgData name="강희재" userId="5f137378-fb9e-4efa-89ca-3d5ddf85b964" providerId="ADAL" clId="{D31FBA7C-F5E5-41CD-9C46-144F00299DF9}" dt="2020-08-27T07:43:01.558" v="941" actId="21"/>
          <ac:picMkLst>
            <pc:docMk/>
            <pc:sldMk cId="494865313" sldId="342"/>
            <ac:picMk id="6" creationId="{D2FD482D-4648-46F2-AB20-2864C70E513F}"/>
          </ac:picMkLst>
        </pc:picChg>
        <pc:picChg chg="add del mod">
          <ac:chgData name="강희재" userId="5f137378-fb9e-4efa-89ca-3d5ddf85b964" providerId="ADAL" clId="{D31FBA7C-F5E5-41CD-9C46-144F00299DF9}" dt="2020-08-27T07:23:36.657" v="484" actId="478"/>
          <ac:picMkLst>
            <pc:docMk/>
            <pc:sldMk cId="494865313" sldId="342"/>
            <ac:picMk id="13" creationId="{7CC00A57-A562-4552-A9DF-A3D5D4C4515A}"/>
          </ac:picMkLst>
        </pc:picChg>
        <pc:picChg chg="add mod ord">
          <ac:chgData name="강희재" userId="5f137378-fb9e-4efa-89ca-3d5ddf85b964" providerId="ADAL" clId="{D31FBA7C-F5E5-41CD-9C46-144F00299DF9}" dt="2020-08-27T07:42:40.509" v="802" actId="167"/>
          <ac:picMkLst>
            <pc:docMk/>
            <pc:sldMk cId="494865313" sldId="342"/>
            <ac:picMk id="28" creationId="{F2F9AA5D-AE8B-4B76-B332-61FF363F3C5B}"/>
          </ac:picMkLst>
        </pc:picChg>
        <pc:cxnChg chg="add mod">
          <ac:chgData name="강희재" userId="5f137378-fb9e-4efa-89ca-3d5ddf85b964" providerId="ADAL" clId="{D31FBA7C-F5E5-41CD-9C46-144F00299DF9}" dt="2020-08-27T07:43:51.845" v="1099" actId="1037"/>
          <ac:cxnSpMkLst>
            <pc:docMk/>
            <pc:sldMk cId="494865313" sldId="342"/>
            <ac:cxnSpMk id="21" creationId="{13E85CA1-8088-4653-B60E-7BB873617C1A}"/>
          </ac:cxnSpMkLst>
        </pc:cxnChg>
        <pc:cxnChg chg="add del mod">
          <ac:chgData name="강희재" userId="5f137378-fb9e-4efa-89ca-3d5ddf85b964" providerId="ADAL" clId="{D31FBA7C-F5E5-41CD-9C46-144F00299DF9}" dt="2020-08-27T07:43:43.990" v="1037" actId="478"/>
          <ac:cxnSpMkLst>
            <pc:docMk/>
            <pc:sldMk cId="494865313" sldId="342"/>
            <ac:cxnSpMk id="26" creationId="{D979BD7D-1A48-4C22-A2B3-1D33AB9D22FE}"/>
          </ac:cxnSpMkLst>
        </pc:cxnChg>
        <pc:cxnChg chg="add mod">
          <ac:chgData name="강희재" userId="5f137378-fb9e-4efa-89ca-3d5ddf85b964" providerId="ADAL" clId="{D31FBA7C-F5E5-41CD-9C46-144F00299DF9}" dt="2020-08-27T07:59:13.174" v="2023" actId="14100"/>
          <ac:cxnSpMkLst>
            <pc:docMk/>
            <pc:sldMk cId="494865313" sldId="342"/>
            <ac:cxnSpMk id="33" creationId="{26E824F4-2E24-4A3C-9665-FBE1707C2FF9}"/>
          </ac:cxnSpMkLst>
        </pc:cxnChg>
        <pc:cxnChg chg="add del mod">
          <ac:chgData name="강희재" userId="5f137378-fb9e-4efa-89ca-3d5ddf85b964" providerId="ADAL" clId="{D31FBA7C-F5E5-41CD-9C46-144F00299DF9}" dt="2020-08-27T07:59:28.684" v="2031" actId="478"/>
          <ac:cxnSpMkLst>
            <pc:docMk/>
            <pc:sldMk cId="494865313" sldId="342"/>
            <ac:cxnSpMk id="37" creationId="{A588A57A-B91F-4FCF-8252-6A21333DD3B5}"/>
          </ac:cxnSpMkLst>
        </pc:cxnChg>
        <pc:cxnChg chg="add del mod">
          <ac:chgData name="강희재" userId="5f137378-fb9e-4efa-89ca-3d5ddf85b964" providerId="ADAL" clId="{D31FBA7C-F5E5-41CD-9C46-144F00299DF9}" dt="2020-08-27T07:59:27.728" v="2030" actId="478"/>
          <ac:cxnSpMkLst>
            <pc:docMk/>
            <pc:sldMk cId="494865313" sldId="342"/>
            <ac:cxnSpMk id="39" creationId="{17FFDF12-40CF-4A5E-A2DE-4612939E0ED7}"/>
          </ac:cxnSpMkLst>
        </pc:cxnChg>
        <pc:cxnChg chg="add mod">
          <ac:chgData name="강희재" userId="5f137378-fb9e-4efa-89ca-3d5ddf85b964" providerId="ADAL" clId="{D31FBA7C-F5E5-41CD-9C46-144F00299DF9}" dt="2020-08-27T07:59:47.914" v="2035" actId="14100"/>
          <ac:cxnSpMkLst>
            <pc:docMk/>
            <pc:sldMk cId="494865313" sldId="342"/>
            <ac:cxnSpMk id="42" creationId="{944815D0-73F7-4209-B0D8-E808D922D9FF}"/>
          </ac:cxnSpMkLst>
        </pc:cxnChg>
        <pc:cxnChg chg="add mod">
          <ac:chgData name="강희재" userId="5f137378-fb9e-4efa-89ca-3d5ddf85b964" providerId="ADAL" clId="{D31FBA7C-F5E5-41CD-9C46-144F00299DF9}" dt="2020-08-27T07:59:42.180" v="2034" actId="14100"/>
          <ac:cxnSpMkLst>
            <pc:docMk/>
            <pc:sldMk cId="494865313" sldId="342"/>
            <ac:cxnSpMk id="43" creationId="{A2E3A82F-B668-48CB-B35A-7AC41C3C90FC}"/>
          </ac:cxnSpMkLst>
        </pc:cxnChg>
      </pc:sldChg>
      <pc:sldChg chg="addSp delSp modSp add mod">
        <pc:chgData name="강희재" userId="5f137378-fb9e-4efa-89ca-3d5ddf85b964" providerId="ADAL" clId="{D31FBA7C-F5E5-41CD-9C46-144F00299DF9}" dt="2020-08-27T08:02:08.579" v="2243" actId="20577"/>
        <pc:sldMkLst>
          <pc:docMk/>
          <pc:sldMk cId="744418554" sldId="343"/>
        </pc:sldMkLst>
        <pc:spChg chg="mod">
          <ac:chgData name="강희재" userId="5f137378-fb9e-4efa-89ca-3d5ddf85b964" providerId="ADAL" clId="{D31FBA7C-F5E5-41CD-9C46-144F00299DF9}" dt="2020-08-27T07:55:19.426" v="1845" actId="20577"/>
          <ac:spMkLst>
            <pc:docMk/>
            <pc:sldMk cId="744418554" sldId="343"/>
            <ac:spMk id="7" creationId="{00000000-0000-0000-0000-000000000000}"/>
          </ac:spMkLst>
        </pc:spChg>
        <pc:spChg chg="mod">
          <ac:chgData name="강희재" userId="5f137378-fb9e-4efa-89ca-3d5ddf85b964" providerId="ADAL" clId="{D31FBA7C-F5E5-41CD-9C46-144F00299DF9}" dt="2020-08-27T08:02:08.579" v="2243" actId="20577"/>
          <ac:spMkLst>
            <pc:docMk/>
            <pc:sldMk cId="744418554" sldId="343"/>
            <ac:spMk id="10" creationId="{404D50FD-FCF2-44C6-9AA4-37E5737FA8EB}"/>
          </ac:spMkLst>
        </pc:spChg>
        <pc:spChg chg="del">
          <ac:chgData name="강희재" userId="5f137378-fb9e-4efa-89ca-3d5ddf85b964" providerId="ADAL" clId="{D31FBA7C-F5E5-41CD-9C46-144F00299DF9}" dt="2020-08-27T07:43:57.924" v="1100" actId="478"/>
          <ac:spMkLst>
            <pc:docMk/>
            <pc:sldMk cId="744418554" sldId="343"/>
            <ac:spMk id="11" creationId="{5C521D09-8244-4D5F-96DF-53FB4761F480}"/>
          </ac:spMkLst>
        </pc:spChg>
        <pc:spChg chg="mod">
          <ac:chgData name="강희재" userId="5f137378-fb9e-4efa-89ca-3d5ddf85b964" providerId="ADAL" clId="{D31FBA7C-F5E5-41CD-9C46-144F00299DF9}" dt="2020-08-27T07:46:18.284" v="1175" actId="1038"/>
          <ac:spMkLst>
            <pc:docMk/>
            <pc:sldMk cId="744418554" sldId="343"/>
            <ac:spMk id="22" creationId="{1A5E5A29-2DA9-4448-ABAE-2D67D0ABB06B}"/>
          </ac:spMkLst>
        </pc:spChg>
        <pc:spChg chg="add mod">
          <ac:chgData name="강희재" userId="5f137378-fb9e-4efa-89ca-3d5ddf85b964" providerId="ADAL" clId="{D31FBA7C-F5E5-41CD-9C46-144F00299DF9}" dt="2020-08-27T07:46:35.968" v="1181" actId="571"/>
          <ac:spMkLst>
            <pc:docMk/>
            <pc:sldMk cId="744418554" sldId="343"/>
            <ac:spMk id="31" creationId="{B57F13A4-8F73-48D9-A610-B7ADBC3F038B}"/>
          </ac:spMkLst>
        </pc:spChg>
        <pc:spChg chg="add mod">
          <ac:chgData name="강희재" userId="5f137378-fb9e-4efa-89ca-3d5ddf85b964" providerId="ADAL" clId="{D31FBA7C-F5E5-41CD-9C46-144F00299DF9}" dt="2020-08-27T08:01:34.987" v="2163" actId="1076"/>
          <ac:spMkLst>
            <pc:docMk/>
            <pc:sldMk cId="744418554" sldId="343"/>
            <ac:spMk id="46" creationId="{3D055D11-1B55-4A86-BE05-D5D39B77E662}"/>
          </ac:spMkLst>
        </pc:spChg>
        <pc:picChg chg="add del">
          <ac:chgData name="강희재" userId="5f137378-fb9e-4efa-89ca-3d5ddf85b964" providerId="ADAL" clId="{D31FBA7C-F5E5-41CD-9C46-144F00299DF9}" dt="2020-08-27T07:43:03.838" v="943" actId="22"/>
          <ac:picMkLst>
            <pc:docMk/>
            <pc:sldMk cId="744418554" sldId="343"/>
            <ac:picMk id="3" creationId="{EC1D5AEC-30D4-4F2E-B991-A8AA22185952}"/>
          </ac:picMkLst>
        </pc:picChg>
        <pc:picChg chg="del">
          <ac:chgData name="강희재" userId="5f137378-fb9e-4efa-89ca-3d5ddf85b964" providerId="ADAL" clId="{D31FBA7C-F5E5-41CD-9C46-144F00299DF9}" dt="2020-08-27T07:44:09.623" v="1103" actId="478"/>
          <ac:picMkLst>
            <pc:docMk/>
            <pc:sldMk cId="744418554" sldId="343"/>
            <ac:picMk id="5" creationId="{4A01E298-F08B-4590-9090-70196E70E39A}"/>
          </ac:picMkLst>
        </pc:picChg>
        <pc:picChg chg="mod">
          <ac:chgData name="강희재" userId="5f137378-fb9e-4efa-89ca-3d5ddf85b964" providerId="ADAL" clId="{D31FBA7C-F5E5-41CD-9C46-144F00299DF9}" dt="2020-08-27T07:43:05.754" v="945" actId="1037"/>
          <ac:picMkLst>
            <pc:docMk/>
            <pc:sldMk cId="744418554" sldId="343"/>
            <ac:picMk id="6" creationId="{D2FD482D-4648-46F2-AB20-2864C70E513F}"/>
          </ac:picMkLst>
        </pc:picChg>
        <pc:picChg chg="add mod ord">
          <ac:chgData name="강희재" userId="5f137378-fb9e-4efa-89ca-3d5ddf85b964" providerId="ADAL" clId="{D31FBA7C-F5E5-41CD-9C46-144F00299DF9}" dt="2020-08-27T08:01:01.577" v="2155" actId="1076"/>
          <ac:picMkLst>
            <pc:docMk/>
            <pc:sldMk cId="744418554" sldId="343"/>
            <ac:picMk id="18" creationId="{ED172B80-01B2-4AC5-8BEF-98F38F427112}"/>
          </ac:picMkLst>
        </pc:picChg>
        <pc:picChg chg="add del mod ord">
          <ac:chgData name="강희재" userId="5f137378-fb9e-4efa-89ca-3d5ddf85b964" providerId="ADAL" clId="{D31FBA7C-F5E5-41CD-9C46-144F00299DF9}" dt="2020-08-27T07:46:07.051" v="1134" actId="478"/>
          <ac:picMkLst>
            <pc:docMk/>
            <pc:sldMk cId="744418554" sldId="343"/>
            <ac:picMk id="23" creationId="{560FD79F-C85F-4B1D-989E-5137CA6F59B4}"/>
          </ac:picMkLst>
        </pc:picChg>
        <pc:cxnChg chg="del mod">
          <ac:chgData name="강희재" userId="5f137378-fb9e-4efa-89ca-3d5ddf85b964" providerId="ADAL" clId="{D31FBA7C-F5E5-41CD-9C46-144F00299DF9}" dt="2020-08-27T07:43:57.924" v="1100" actId="478"/>
          <ac:cxnSpMkLst>
            <pc:docMk/>
            <pc:sldMk cId="744418554" sldId="343"/>
            <ac:cxnSpMk id="21" creationId="{13E85CA1-8088-4653-B60E-7BB873617C1A}"/>
          </ac:cxnSpMkLst>
        </pc:cxnChg>
        <pc:cxnChg chg="add mod">
          <ac:chgData name="강희재" userId="5f137378-fb9e-4efa-89ca-3d5ddf85b964" providerId="ADAL" clId="{D31FBA7C-F5E5-41CD-9C46-144F00299DF9}" dt="2020-08-27T07:46:31.453" v="1180" actId="108"/>
          <ac:cxnSpMkLst>
            <pc:docMk/>
            <pc:sldMk cId="744418554" sldId="343"/>
            <ac:cxnSpMk id="25" creationId="{D003B764-F616-40EA-86AF-921FC0461B51}"/>
          </ac:cxnSpMkLst>
        </pc:cxnChg>
        <pc:cxnChg chg="add del mod">
          <ac:chgData name="강희재" userId="5f137378-fb9e-4efa-89ca-3d5ddf85b964" providerId="ADAL" clId="{D31FBA7C-F5E5-41CD-9C46-144F00299DF9}" dt="2020-08-27T07:46:24.812" v="1178" actId="478"/>
          <ac:cxnSpMkLst>
            <pc:docMk/>
            <pc:sldMk cId="744418554" sldId="343"/>
            <ac:cxnSpMk id="26" creationId="{D979BD7D-1A48-4C22-A2B3-1D33AB9D22FE}"/>
          </ac:cxnSpMkLst>
        </pc:cxnChg>
        <pc:cxnChg chg="add mod">
          <ac:chgData name="강희재" userId="5f137378-fb9e-4efa-89ca-3d5ddf85b964" providerId="ADAL" clId="{D31FBA7C-F5E5-41CD-9C46-144F00299DF9}" dt="2020-08-27T07:46:45.652" v="1185" actId="14100"/>
          <ac:cxnSpMkLst>
            <pc:docMk/>
            <pc:sldMk cId="744418554" sldId="343"/>
            <ac:cxnSpMk id="32" creationId="{B79F43A0-D65F-438B-9C54-2AA8924AE3AB}"/>
          </ac:cxnSpMkLst>
        </pc:cxnChg>
        <pc:cxnChg chg="add mod">
          <ac:chgData name="강희재" userId="5f137378-fb9e-4efa-89ca-3d5ddf85b964" providerId="ADAL" clId="{D31FBA7C-F5E5-41CD-9C46-144F00299DF9}" dt="2020-08-27T08:01:41.516" v="2165" actId="14100"/>
          <ac:cxnSpMkLst>
            <pc:docMk/>
            <pc:sldMk cId="744418554" sldId="343"/>
            <ac:cxnSpMk id="37" creationId="{0A64C05D-36B1-4FC3-8FC1-143EEE2FAA25}"/>
          </ac:cxnSpMkLst>
        </pc:cxnChg>
      </pc:sldChg>
      <pc:sldChg chg="addSp delSp modSp add mod">
        <pc:chgData name="강희재" userId="5f137378-fb9e-4efa-89ca-3d5ddf85b964" providerId="ADAL" clId="{D31FBA7C-F5E5-41CD-9C46-144F00299DF9}" dt="2020-08-27T07:58:31.603" v="2006" actId="207"/>
        <pc:sldMkLst>
          <pc:docMk/>
          <pc:sldMk cId="3596852763" sldId="344"/>
        </pc:sldMkLst>
        <pc:spChg chg="mod">
          <ac:chgData name="강희재" userId="5f137378-fb9e-4efa-89ca-3d5ddf85b964" providerId="ADAL" clId="{D31FBA7C-F5E5-41CD-9C46-144F00299DF9}" dt="2020-08-27T07:55:23.666" v="1863"/>
          <ac:spMkLst>
            <pc:docMk/>
            <pc:sldMk cId="3596852763" sldId="344"/>
            <ac:spMk id="7" creationId="{00000000-0000-0000-0000-000000000000}"/>
          </ac:spMkLst>
        </pc:spChg>
        <pc:spChg chg="del">
          <ac:chgData name="강희재" userId="5f137378-fb9e-4efa-89ca-3d5ddf85b964" providerId="ADAL" clId="{D31FBA7C-F5E5-41CD-9C46-144F00299DF9}" dt="2020-08-27T07:54:25.933" v="1652" actId="478"/>
          <ac:spMkLst>
            <pc:docMk/>
            <pc:sldMk cId="3596852763" sldId="344"/>
            <ac:spMk id="8" creationId="{EE0B465E-0C6F-4D08-9416-8F69BAAEE5CA}"/>
          </ac:spMkLst>
        </pc:spChg>
        <pc:spChg chg="del">
          <ac:chgData name="강희재" userId="5f137378-fb9e-4efa-89ca-3d5ddf85b964" providerId="ADAL" clId="{D31FBA7C-F5E5-41CD-9C46-144F00299DF9}" dt="2020-08-27T07:57:19.346" v="1994" actId="478"/>
          <ac:spMkLst>
            <pc:docMk/>
            <pc:sldMk cId="3596852763" sldId="344"/>
            <ac:spMk id="9" creationId="{F09E4334-6CDD-40E6-8EFA-162C403E363D}"/>
          </ac:spMkLst>
        </pc:spChg>
        <pc:spChg chg="mod">
          <ac:chgData name="강희재" userId="5f137378-fb9e-4efa-89ca-3d5ddf85b964" providerId="ADAL" clId="{D31FBA7C-F5E5-41CD-9C46-144F00299DF9}" dt="2020-08-27T07:58:31.603" v="2006" actId="207"/>
          <ac:spMkLst>
            <pc:docMk/>
            <pc:sldMk cId="3596852763" sldId="344"/>
            <ac:spMk id="10" creationId="{404D50FD-FCF2-44C6-9AA4-37E5737FA8EB}"/>
          </ac:spMkLst>
        </pc:spChg>
        <pc:spChg chg="del mod">
          <ac:chgData name="강희재" userId="5f137378-fb9e-4efa-89ca-3d5ddf85b964" providerId="ADAL" clId="{D31FBA7C-F5E5-41CD-9C46-144F00299DF9}" dt="2020-08-27T07:57:16.343" v="1993" actId="478"/>
          <ac:spMkLst>
            <pc:docMk/>
            <pc:sldMk cId="3596852763" sldId="344"/>
            <ac:spMk id="15" creationId="{C939195A-D1A5-4122-A3CB-C8C43BC46ABB}"/>
          </ac:spMkLst>
        </pc:spChg>
        <pc:spChg chg="add del mod">
          <ac:chgData name="강희재" userId="5f137378-fb9e-4efa-89ca-3d5ddf85b964" providerId="ADAL" clId="{D31FBA7C-F5E5-41CD-9C46-144F00299DF9}" dt="2020-08-27T07:57:14.381" v="1992" actId="20577"/>
          <ac:spMkLst>
            <pc:docMk/>
            <pc:sldMk cId="3596852763" sldId="344"/>
            <ac:spMk id="16" creationId="{F9A4AD53-F42D-43C2-8FBF-2E393BEAAA52}"/>
          </ac:spMkLst>
        </pc:spChg>
        <pc:spChg chg="add mod">
          <ac:chgData name="강희재" userId="5f137378-fb9e-4efa-89ca-3d5ddf85b964" providerId="ADAL" clId="{D31FBA7C-F5E5-41CD-9C46-144F00299DF9}" dt="2020-08-27T07:56:33.053" v="1979" actId="14100"/>
          <ac:spMkLst>
            <pc:docMk/>
            <pc:sldMk cId="3596852763" sldId="344"/>
            <ac:spMk id="19" creationId="{8203A7B6-55BE-4259-8E6F-771FD417837E}"/>
          </ac:spMkLst>
        </pc:spChg>
        <pc:spChg chg="del mod">
          <ac:chgData name="강희재" userId="5f137378-fb9e-4efa-89ca-3d5ddf85b964" providerId="ADAL" clId="{D31FBA7C-F5E5-41CD-9C46-144F00299DF9}" dt="2020-08-27T07:56:25.403" v="1977" actId="478"/>
          <ac:spMkLst>
            <pc:docMk/>
            <pc:sldMk cId="3596852763" sldId="344"/>
            <ac:spMk id="22" creationId="{1A5E5A29-2DA9-4448-ABAE-2D67D0ABB06B}"/>
          </ac:spMkLst>
        </pc:spChg>
        <pc:spChg chg="add mod">
          <ac:chgData name="강희재" userId="5f137378-fb9e-4efa-89ca-3d5ddf85b964" providerId="ADAL" clId="{D31FBA7C-F5E5-41CD-9C46-144F00299DF9}" dt="2020-08-27T07:56:50.978" v="1984" actId="14100"/>
          <ac:spMkLst>
            <pc:docMk/>
            <pc:sldMk cId="3596852763" sldId="344"/>
            <ac:spMk id="24" creationId="{1D7666A2-F8DF-4750-ACE8-65A4C5675EE6}"/>
          </ac:spMkLst>
        </pc:spChg>
        <pc:spChg chg="del">
          <ac:chgData name="강희재" userId="5f137378-fb9e-4efa-89ca-3d5ddf85b964" providerId="ADAL" clId="{D31FBA7C-F5E5-41CD-9C46-144F00299DF9}" dt="2020-08-27T07:57:20.919" v="1995" actId="478"/>
          <ac:spMkLst>
            <pc:docMk/>
            <pc:sldMk cId="3596852763" sldId="344"/>
            <ac:spMk id="27" creationId="{3BAED67E-D284-4FE0-BE07-721118FAB6E3}"/>
          </ac:spMkLst>
        </pc:spChg>
        <pc:spChg chg="del">
          <ac:chgData name="강희재" userId="5f137378-fb9e-4efa-89ca-3d5ddf85b964" providerId="ADAL" clId="{D31FBA7C-F5E5-41CD-9C46-144F00299DF9}" dt="2020-08-27T07:54:24.768" v="1651" actId="478"/>
          <ac:spMkLst>
            <pc:docMk/>
            <pc:sldMk cId="3596852763" sldId="344"/>
            <ac:spMk id="31" creationId="{B57F13A4-8F73-48D9-A610-B7ADBC3F038B}"/>
          </ac:spMkLst>
        </pc:spChg>
        <pc:spChg chg="add mod">
          <ac:chgData name="강희재" userId="5f137378-fb9e-4efa-89ca-3d5ddf85b964" providerId="ADAL" clId="{D31FBA7C-F5E5-41CD-9C46-144F00299DF9}" dt="2020-08-27T07:57:07.846" v="1990" actId="14100"/>
          <ac:spMkLst>
            <pc:docMk/>
            <pc:sldMk cId="3596852763" sldId="344"/>
            <ac:spMk id="38" creationId="{FA9FA863-05DF-473A-A5AA-0E613C5669D5}"/>
          </ac:spMkLst>
        </pc:spChg>
        <pc:picChg chg="add del mod ord">
          <ac:chgData name="강희재" userId="5f137378-fb9e-4efa-89ca-3d5ddf85b964" providerId="ADAL" clId="{D31FBA7C-F5E5-41CD-9C46-144F00299DF9}" dt="2020-08-27T07:56:17.673" v="1974" actId="478"/>
          <ac:picMkLst>
            <pc:docMk/>
            <pc:sldMk cId="3596852763" sldId="344"/>
            <ac:picMk id="3" creationId="{D74D077A-2A60-4F05-97B7-10E1C8EEF937}"/>
          </ac:picMkLst>
        </pc:picChg>
        <pc:picChg chg="del">
          <ac:chgData name="강희재" userId="5f137378-fb9e-4efa-89ca-3d5ddf85b964" providerId="ADAL" clId="{D31FBA7C-F5E5-41CD-9C46-144F00299DF9}" dt="2020-08-27T07:53:12.436" v="1636" actId="478"/>
          <ac:picMkLst>
            <pc:docMk/>
            <pc:sldMk cId="3596852763" sldId="344"/>
            <ac:picMk id="4" creationId="{B9413551-1CDC-406A-90B7-8C40B71A8D56}"/>
          </ac:picMkLst>
        </pc:picChg>
        <pc:picChg chg="add del">
          <ac:chgData name="강희재" userId="5f137378-fb9e-4efa-89ca-3d5ddf85b964" providerId="ADAL" clId="{D31FBA7C-F5E5-41CD-9C46-144F00299DF9}" dt="2020-08-27T07:56:09.788" v="1970" actId="478"/>
          <ac:picMkLst>
            <pc:docMk/>
            <pc:sldMk cId="3596852763" sldId="344"/>
            <ac:picMk id="6" creationId="{D2FD482D-4648-46F2-AB20-2864C70E513F}"/>
          </ac:picMkLst>
        </pc:picChg>
        <pc:picChg chg="add del mod ord">
          <ac:chgData name="강희재" userId="5f137378-fb9e-4efa-89ca-3d5ddf85b964" providerId="ADAL" clId="{D31FBA7C-F5E5-41CD-9C46-144F00299DF9}" dt="2020-08-27T07:56:16.768" v="1973" actId="478"/>
          <ac:picMkLst>
            <pc:docMk/>
            <pc:sldMk cId="3596852763" sldId="344"/>
            <ac:picMk id="12" creationId="{76994342-B9B8-44A7-94CF-982DA46F29B4}"/>
          </ac:picMkLst>
        </pc:picChg>
        <pc:picChg chg="add del">
          <ac:chgData name="강희재" userId="5f137378-fb9e-4efa-89ca-3d5ddf85b964" providerId="ADAL" clId="{D31FBA7C-F5E5-41CD-9C46-144F00299DF9}" dt="2020-08-27T07:56:05.500" v="1969" actId="478"/>
          <ac:picMkLst>
            <pc:docMk/>
            <pc:sldMk cId="3596852763" sldId="344"/>
            <ac:picMk id="13" creationId="{123D3C29-9E12-4D2C-8516-965B4A57CE18}"/>
          </ac:picMkLst>
        </pc:picChg>
        <pc:picChg chg="add mod ord">
          <ac:chgData name="강희재" userId="5f137378-fb9e-4efa-89ca-3d5ddf85b964" providerId="ADAL" clId="{D31FBA7C-F5E5-41CD-9C46-144F00299DF9}" dt="2020-08-27T07:55:53.468" v="1930" actId="167"/>
          <ac:picMkLst>
            <pc:docMk/>
            <pc:sldMk cId="3596852763" sldId="344"/>
            <ac:picMk id="14" creationId="{076D888F-46B8-49A9-8AA8-17A89D0C454E}"/>
          </ac:picMkLst>
        </pc:picChg>
        <pc:picChg chg="del">
          <ac:chgData name="강희재" userId="5f137378-fb9e-4efa-89ca-3d5ddf85b964" providerId="ADAL" clId="{D31FBA7C-F5E5-41CD-9C46-144F00299DF9}" dt="2020-08-27T07:53:41.972" v="1645" actId="478"/>
          <ac:picMkLst>
            <pc:docMk/>
            <pc:sldMk cId="3596852763" sldId="344"/>
            <ac:picMk id="18" creationId="{ED172B80-01B2-4AC5-8BEF-98F38F427112}"/>
          </ac:picMkLst>
        </pc:picChg>
        <pc:picChg chg="add mod ord">
          <ac:chgData name="강희재" userId="5f137378-fb9e-4efa-89ca-3d5ddf85b964" providerId="ADAL" clId="{D31FBA7C-F5E5-41CD-9C46-144F00299DF9}" dt="2020-08-27T07:56:04.899" v="1968" actId="167"/>
          <ac:picMkLst>
            <pc:docMk/>
            <pc:sldMk cId="3596852763" sldId="344"/>
            <ac:picMk id="29" creationId="{1105D85E-A917-4E98-9594-F9A5DBB909B0}"/>
          </ac:picMkLst>
        </pc:picChg>
        <pc:picChg chg="add mod ord">
          <ac:chgData name="강희재" userId="5f137378-fb9e-4efa-89ca-3d5ddf85b964" providerId="ADAL" clId="{D31FBA7C-F5E5-41CD-9C46-144F00299DF9}" dt="2020-08-27T07:56:16.211" v="1972" actId="167"/>
          <ac:picMkLst>
            <pc:docMk/>
            <pc:sldMk cId="3596852763" sldId="344"/>
            <ac:picMk id="30" creationId="{0F48C852-3B0D-49CC-B513-E71A78B34FF8}"/>
          </ac:picMkLst>
        </pc:picChg>
        <pc:cxnChg chg="add mod">
          <ac:chgData name="강희재" userId="5f137378-fb9e-4efa-89ca-3d5ddf85b964" providerId="ADAL" clId="{D31FBA7C-F5E5-41CD-9C46-144F00299DF9}" dt="2020-08-27T07:56:42.267" v="1981" actId="108"/>
          <ac:cxnSpMkLst>
            <pc:docMk/>
            <pc:sldMk cId="3596852763" sldId="344"/>
            <ac:cxnSpMk id="23" creationId="{386113C4-381F-44B6-B607-74828901828E}"/>
          </ac:cxnSpMkLst>
        </pc:cxnChg>
        <pc:cxnChg chg="del mod">
          <ac:chgData name="강희재" userId="5f137378-fb9e-4efa-89ca-3d5ddf85b964" providerId="ADAL" clId="{D31FBA7C-F5E5-41CD-9C46-144F00299DF9}" dt="2020-08-27T07:56:24.121" v="1976" actId="478"/>
          <ac:cxnSpMkLst>
            <pc:docMk/>
            <pc:sldMk cId="3596852763" sldId="344"/>
            <ac:cxnSpMk id="25" creationId="{D003B764-F616-40EA-86AF-921FC0461B51}"/>
          </ac:cxnSpMkLst>
        </pc:cxnChg>
        <pc:cxnChg chg="del mod">
          <ac:chgData name="강희재" userId="5f137378-fb9e-4efa-89ca-3d5ddf85b964" providerId="ADAL" clId="{D31FBA7C-F5E5-41CD-9C46-144F00299DF9}" dt="2020-08-27T07:54:23.780" v="1650" actId="478"/>
          <ac:cxnSpMkLst>
            <pc:docMk/>
            <pc:sldMk cId="3596852763" sldId="344"/>
            <ac:cxnSpMk id="32" creationId="{B79F43A0-D65F-438B-9C54-2AA8924AE3AB}"/>
          </ac:cxnSpMkLst>
        </pc:cxnChg>
        <pc:cxnChg chg="add mod">
          <ac:chgData name="강희재" userId="5f137378-fb9e-4efa-89ca-3d5ddf85b964" providerId="ADAL" clId="{D31FBA7C-F5E5-41CD-9C46-144F00299DF9}" dt="2020-08-27T07:57:10.214" v="1991" actId="14100"/>
          <ac:cxnSpMkLst>
            <pc:docMk/>
            <pc:sldMk cId="3596852763" sldId="344"/>
            <ac:cxnSpMk id="37" creationId="{858504F7-E029-4F9E-A045-D6359153F1E6}"/>
          </ac:cxnSpMkLst>
        </pc:cxnChg>
      </pc:sldChg>
      <pc:sldChg chg="addSp delSp modSp add mod">
        <pc:chgData name="강희재" userId="5f137378-fb9e-4efa-89ca-3d5ddf85b964" providerId="ADAL" clId="{D31FBA7C-F5E5-41CD-9C46-144F00299DF9}" dt="2020-08-31T01:04:26.380" v="2736" actId="207"/>
        <pc:sldMkLst>
          <pc:docMk/>
          <pc:sldMk cId="3449655216" sldId="345"/>
        </pc:sldMkLst>
        <pc:spChg chg="mod">
          <ac:chgData name="강희재" userId="5f137378-fb9e-4efa-89ca-3d5ddf85b964" providerId="ADAL" clId="{D31FBA7C-F5E5-41CD-9C46-144F00299DF9}" dt="2020-08-31T01:04:26.380" v="2736" actId="207"/>
          <ac:spMkLst>
            <pc:docMk/>
            <pc:sldMk cId="3449655216" sldId="345"/>
            <ac:spMk id="6" creationId="{A38546FC-4034-459C-A1CC-14AFC71573CC}"/>
          </ac:spMkLst>
        </pc:spChg>
        <pc:spChg chg="mod">
          <ac:chgData name="강희재" userId="5f137378-fb9e-4efa-89ca-3d5ddf85b964" providerId="ADAL" clId="{D31FBA7C-F5E5-41CD-9C46-144F00299DF9}" dt="2020-08-31T01:01:15.357" v="2349"/>
          <ac:spMkLst>
            <pc:docMk/>
            <pc:sldMk cId="3449655216" sldId="345"/>
            <ac:spMk id="7" creationId="{00000000-0000-0000-0000-000000000000}"/>
          </ac:spMkLst>
        </pc:spChg>
        <pc:spChg chg="mod">
          <ac:chgData name="강희재" userId="5f137378-fb9e-4efa-89ca-3d5ddf85b964" providerId="ADAL" clId="{D31FBA7C-F5E5-41CD-9C46-144F00299DF9}" dt="2020-08-31T01:02:13.094" v="2366" actId="1038"/>
          <ac:spMkLst>
            <pc:docMk/>
            <pc:sldMk cId="3449655216" sldId="345"/>
            <ac:spMk id="9" creationId="{F6CC98E3-1A24-452B-A06D-3D4AAB202EBF}"/>
          </ac:spMkLst>
        </pc:spChg>
        <pc:spChg chg="mod">
          <ac:chgData name="강희재" userId="5f137378-fb9e-4efa-89ca-3d5ddf85b964" providerId="ADAL" clId="{D31FBA7C-F5E5-41CD-9C46-144F00299DF9}" dt="2020-08-31T01:02:10.186" v="2361" actId="1038"/>
          <ac:spMkLst>
            <pc:docMk/>
            <pc:sldMk cId="3449655216" sldId="345"/>
            <ac:spMk id="10" creationId="{4DA56409-5607-4E0F-BEFC-B3AFA128AE8A}"/>
          </ac:spMkLst>
        </pc:spChg>
        <pc:spChg chg="mod">
          <ac:chgData name="강희재" userId="5f137378-fb9e-4efa-89ca-3d5ddf85b964" providerId="ADAL" clId="{D31FBA7C-F5E5-41CD-9C46-144F00299DF9}" dt="2020-08-31T01:02:10.186" v="2361" actId="1038"/>
          <ac:spMkLst>
            <pc:docMk/>
            <pc:sldMk cId="3449655216" sldId="345"/>
            <ac:spMk id="11" creationId="{AE17CA18-98F2-4004-947E-99FBB92D37F8}"/>
          </ac:spMkLst>
        </pc:spChg>
        <pc:spChg chg="del mod">
          <ac:chgData name="강희재" userId="5f137378-fb9e-4efa-89ca-3d5ddf85b964" providerId="ADAL" clId="{D31FBA7C-F5E5-41CD-9C46-144F00299DF9}" dt="2020-08-31T01:01:03.751" v="2337" actId="478"/>
          <ac:spMkLst>
            <pc:docMk/>
            <pc:sldMk cId="3449655216" sldId="345"/>
            <ac:spMk id="12" creationId="{2663FD46-FC6E-4196-871B-95E04A093706}"/>
          </ac:spMkLst>
        </pc:spChg>
        <pc:spChg chg="del">
          <ac:chgData name="강희재" userId="5f137378-fb9e-4efa-89ca-3d5ddf85b964" providerId="ADAL" clId="{D31FBA7C-F5E5-41CD-9C46-144F00299DF9}" dt="2020-08-31T01:03:02.858" v="2397" actId="478"/>
          <ac:spMkLst>
            <pc:docMk/>
            <pc:sldMk cId="3449655216" sldId="345"/>
            <ac:spMk id="13" creationId="{B983E715-7542-4548-A343-EBC142FCA5CD}"/>
          </ac:spMkLst>
        </pc:spChg>
        <pc:spChg chg="add mod">
          <ac:chgData name="강희재" userId="5f137378-fb9e-4efa-89ca-3d5ddf85b964" providerId="ADAL" clId="{D31FBA7C-F5E5-41CD-9C46-144F00299DF9}" dt="2020-08-31T01:02:24.606" v="2388" actId="14100"/>
          <ac:spMkLst>
            <pc:docMk/>
            <pc:sldMk cId="3449655216" sldId="345"/>
            <ac:spMk id="16" creationId="{19DDBA9C-8DA9-48B3-A8C6-A6030261A23D}"/>
          </ac:spMkLst>
        </pc:spChg>
        <pc:picChg chg="add del mod ord">
          <ac:chgData name="강희재" userId="5f137378-fb9e-4efa-89ca-3d5ddf85b964" providerId="ADAL" clId="{D31FBA7C-F5E5-41CD-9C46-144F00299DF9}" dt="2020-08-31T01:02:06.511" v="2355" actId="478"/>
          <ac:picMkLst>
            <pc:docMk/>
            <pc:sldMk cId="3449655216" sldId="345"/>
            <ac:picMk id="3" creationId="{3BBA7B0C-A0A7-4875-BDF9-BAE2A691FDDB}"/>
          </ac:picMkLst>
        </pc:picChg>
        <pc:picChg chg="add mod ord">
          <ac:chgData name="강희재" userId="5f137378-fb9e-4efa-89ca-3d5ddf85b964" providerId="ADAL" clId="{D31FBA7C-F5E5-41CD-9C46-144F00299DF9}" dt="2020-08-31T01:02:05.944" v="2354" actId="167"/>
          <ac:picMkLst>
            <pc:docMk/>
            <pc:sldMk cId="3449655216" sldId="345"/>
            <ac:picMk id="4" creationId="{F3FF2EED-6478-4C1F-A4FC-C50C27AD1E60}"/>
          </ac:picMkLst>
        </pc:picChg>
        <pc:picChg chg="del">
          <ac:chgData name="강희재" userId="5f137378-fb9e-4efa-89ca-3d5ddf85b964" providerId="ADAL" clId="{D31FBA7C-F5E5-41CD-9C46-144F00299DF9}" dt="2020-08-31T01:00:46.078" v="2333" actId="478"/>
          <ac:picMkLst>
            <pc:docMk/>
            <pc:sldMk cId="3449655216" sldId="345"/>
            <ac:picMk id="8" creationId="{424166BD-EA7B-46DF-8F9F-0DEFE7AD111A}"/>
          </ac:picMkLst>
        </pc:picChg>
        <pc:cxnChg chg="add mod">
          <ac:chgData name="강희재" userId="5f137378-fb9e-4efa-89ca-3d5ddf85b964" providerId="ADAL" clId="{D31FBA7C-F5E5-41CD-9C46-144F00299DF9}" dt="2020-08-31T01:02:48.482" v="2393" actId="14100"/>
          <ac:cxnSpMkLst>
            <pc:docMk/>
            <pc:sldMk cId="3449655216" sldId="345"/>
            <ac:cxnSpMk id="18" creationId="{BA8BCA49-BA60-4FDA-A42A-C4D8BA29847E}"/>
          </ac:cxnSpMkLst>
        </pc:cxnChg>
        <pc:cxnChg chg="add mod">
          <ac:chgData name="강희재" userId="5f137378-fb9e-4efa-89ca-3d5ddf85b964" providerId="ADAL" clId="{D31FBA7C-F5E5-41CD-9C46-144F00299DF9}" dt="2020-08-31T01:02:57.115" v="2395" actId="108"/>
          <ac:cxnSpMkLst>
            <pc:docMk/>
            <pc:sldMk cId="3449655216" sldId="345"/>
            <ac:cxnSpMk id="20" creationId="{78669F3E-11E4-4A46-94BE-F9594693A546}"/>
          </ac:cxnSpMkLst>
        </pc:cxnChg>
      </pc:sldChg>
    </pc:docChg>
  </pc:docChgLst>
  <pc:docChgLst>
    <pc:chgData name="강희재" userId="5f137378-fb9e-4efa-89ca-3d5ddf85b964" providerId="ADAL" clId="{1B742BB5-93FD-4E06-9868-9D030C668FDE}"/>
    <pc:docChg chg="undo redo custSel addSld delSld modSld sldOrd">
      <pc:chgData name="강희재" userId="5f137378-fb9e-4efa-89ca-3d5ddf85b964" providerId="ADAL" clId="{1B742BB5-93FD-4E06-9868-9D030C668FDE}" dt="2021-02-01T01:41:00.200" v="1791" actId="20577"/>
      <pc:docMkLst>
        <pc:docMk/>
      </pc:docMkLst>
      <pc:sldChg chg="del">
        <pc:chgData name="강희재" userId="5f137378-fb9e-4efa-89ca-3d5ddf85b964" providerId="ADAL" clId="{1B742BB5-93FD-4E06-9868-9D030C668FDE}" dt="2021-02-01T01:11:51.582" v="170" actId="2696"/>
        <pc:sldMkLst>
          <pc:docMk/>
          <pc:sldMk cId="1352917034" sldId="258"/>
        </pc:sldMkLst>
      </pc:sldChg>
      <pc:sldChg chg="add del setBg">
        <pc:chgData name="강희재" userId="5f137378-fb9e-4efa-89ca-3d5ddf85b964" providerId="ADAL" clId="{1B742BB5-93FD-4E06-9868-9D030C668FDE}" dt="2021-02-01T01:11:56.965" v="173"/>
        <pc:sldMkLst>
          <pc:docMk/>
          <pc:sldMk cId="4064839298" sldId="258"/>
        </pc:sldMkLst>
      </pc:sldChg>
      <pc:sldChg chg="addSp delSp modSp mod">
        <pc:chgData name="강희재" userId="5f137378-fb9e-4efa-89ca-3d5ddf85b964" providerId="ADAL" clId="{1B742BB5-93FD-4E06-9868-9D030C668FDE}" dt="2021-02-01T01:41:00.200" v="1791" actId="20577"/>
        <pc:sldMkLst>
          <pc:docMk/>
          <pc:sldMk cId="3182785965" sldId="304"/>
        </pc:sldMkLst>
        <pc:spChg chg="mod">
          <ac:chgData name="강희재" userId="5f137378-fb9e-4efa-89ca-3d5ddf85b964" providerId="ADAL" clId="{1B742BB5-93FD-4E06-9868-9D030C668FDE}" dt="2021-01-31T23:34:12.052" v="27"/>
          <ac:spMkLst>
            <pc:docMk/>
            <pc:sldMk cId="3182785965" sldId="304"/>
            <ac:spMk id="10" creationId="{00000000-0000-0000-0000-000000000000}"/>
          </ac:spMkLst>
        </pc:spChg>
        <pc:spChg chg="add del mod">
          <ac:chgData name="강희재" userId="5f137378-fb9e-4efa-89ca-3d5ddf85b964" providerId="ADAL" clId="{1B742BB5-93FD-4E06-9868-9D030C668FDE}" dt="2021-02-01T01:41:00.200" v="1791" actId="20577"/>
          <ac:spMkLst>
            <pc:docMk/>
            <pc:sldMk cId="3182785965" sldId="304"/>
            <ac:spMk id="13" creationId="{00000000-0000-0000-0000-000000000000}"/>
          </ac:spMkLst>
        </pc:spChg>
      </pc:sldChg>
      <pc:sldChg chg="addSp delSp modSp mod">
        <pc:chgData name="강희재" userId="5f137378-fb9e-4efa-89ca-3d5ddf85b964" providerId="ADAL" clId="{1B742BB5-93FD-4E06-9868-9D030C668FDE}" dt="2021-02-01T01:31:56.477" v="921" actId="108"/>
        <pc:sldMkLst>
          <pc:docMk/>
          <pc:sldMk cId="1152526190" sldId="306"/>
        </pc:sldMkLst>
        <pc:spChg chg="del">
          <ac:chgData name="강희재" userId="5f137378-fb9e-4efa-89ca-3d5ddf85b964" providerId="ADAL" clId="{1B742BB5-93FD-4E06-9868-9D030C668FDE}" dt="2021-02-01T01:11:20.431" v="133" actId="478"/>
          <ac:spMkLst>
            <pc:docMk/>
            <pc:sldMk cId="1152526190" sldId="306"/>
            <ac:spMk id="4" creationId="{01BB8628-FC37-4673-910E-6B08F24320EC}"/>
          </ac:spMkLst>
        </pc:spChg>
        <pc:spChg chg="del">
          <ac:chgData name="강희재" userId="5f137378-fb9e-4efa-89ca-3d5ddf85b964" providerId="ADAL" clId="{1B742BB5-93FD-4E06-9868-9D030C668FDE}" dt="2021-02-01T01:11:20.431" v="133" actId="478"/>
          <ac:spMkLst>
            <pc:docMk/>
            <pc:sldMk cId="1152526190" sldId="306"/>
            <ac:spMk id="5" creationId="{61E72F9E-FFDF-4054-B3E8-ACA25AED1A24}"/>
          </ac:spMkLst>
        </pc:spChg>
        <pc:spChg chg="mod">
          <ac:chgData name="강희재" userId="5f137378-fb9e-4efa-89ca-3d5ddf85b964" providerId="ADAL" clId="{1B742BB5-93FD-4E06-9868-9D030C668FDE}" dt="2021-02-01T01:10:40.255" v="74" actId="20577"/>
          <ac:spMkLst>
            <pc:docMk/>
            <pc:sldMk cId="1152526190" sldId="306"/>
            <ac:spMk id="7" creationId="{00000000-0000-0000-0000-000000000000}"/>
          </ac:spMkLst>
        </pc:spChg>
        <pc:spChg chg="mod">
          <ac:chgData name="강희재" userId="5f137378-fb9e-4efa-89ca-3d5ddf85b964" providerId="ADAL" clId="{1B742BB5-93FD-4E06-9868-9D030C668FDE}" dt="2021-02-01T01:16:55.033" v="509"/>
          <ac:spMkLst>
            <pc:docMk/>
            <pc:sldMk cId="1152526190" sldId="306"/>
            <ac:spMk id="14" creationId="{523B1517-9F72-4EFA-AC15-C16BA373338C}"/>
          </ac:spMkLst>
        </pc:spChg>
        <pc:spChg chg="add del mod">
          <ac:chgData name="강희재" userId="5f137378-fb9e-4efa-89ca-3d5ddf85b964" providerId="ADAL" clId="{1B742BB5-93FD-4E06-9868-9D030C668FDE}" dt="2021-02-01T01:18:11.084" v="545" actId="478"/>
          <ac:spMkLst>
            <pc:docMk/>
            <pc:sldMk cId="1152526190" sldId="306"/>
            <ac:spMk id="16" creationId="{FE27214D-73E8-45D3-8FC3-3400B87EC5F0}"/>
          </ac:spMkLst>
        </pc:spChg>
        <pc:spChg chg="add mod">
          <ac:chgData name="강희재" userId="5f137378-fb9e-4efa-89ca-3d5ddf85b964" providerId="ADAL" clId="{1B742BB5-93FD-4E06-9868-9D030C668FDE}" dt="2021-02-01T01:18:18.190" v="547" actId="14100"/>
          <ac:spMkLst>
            <pc:docMk/>
            <pc:sldMk cId="1152526190" sldId="306"/>
            <ac:spMk id="17" creationId="{0B861322-B5F2-44DA-809B-525FE027E684}"/>
          </ac:spMkLst>
        </pc:spChg>
        <pc:spChg chg="add del">
          <ac:chgData name="강희재" userId="5f137378-fb9e-4efa-89ca-3d5ddf85b964" providerId="ADAL" clId="{1B742BB5-93FD-4E06-9868-9D030C668FDE}" dt="2021-02-01T01:14:15.817" v="408" actId="22"/>
          <ac:spMkLst>
            <pc:docMk/>
            <pc:sldMk cId="1152526190" sldId="306"/>
            <ac:spMk id="18" creationId="{33E3C0F6-148A-41CF-B475-4EB6035F9D1C}"/>
          </ac:spMkLst>
        </pc:spChg>
        <pc:spChg chg="add mod">
          <ac:chgData name="강희재" userId="5f137378-fb9e-4efa-89ca-3d5ddf85b964" providerId="ADAL" clId="{1B742BB5-93FD-4E06-9868-9D030C668FDE}" dt="2021-02-01T01:16:05.680" v="466" actId="1076"/>
          <ac:spMkLst>
            <pc:docMk/>
            <pc:sldMk cId="1152526190" sldId="306"/>
            <ac:spMk id="21" creationId="{AB782E37-24C0-4FE5-B274-C014065F91A1}"/>
          </ac:spMkLst>
        </pc:spChg>
        <pc:spChg chg="add mod">
          <ac:chgData name="강희재" userId="5f137378-fb9e-4efa-89ca-3d5ddf85b964" providerId="ADAL" clId="{1B742BB5-93FD-4E06-9868-9D030C668FDE}" dt="2021-02-01T01:16:59.840" v="525" actId="1035"/>
          <ac:spMkLst>
            <pc:docMk/>
            <pc:sldMk cId="1152526190" sldId="306"/>
            <ac:spMk id="28" creationId="{FBF68F97-C32A-47A8-BAD2-6C17A01E7C24}"/>
          </ac:spMkLst>
        </pc:spChg>
        <pc:spChg chg="add mod">
          <ac:chgData name="강희재" userId="5f137378-fb9e-4efa-89ca-3d5ddf85b964" providerId="ADAL" clId="{1B742BB5-93FD-4E06-9868-9D030C668FDE}" dt="2021-02-01T01:17:04.472" v="526" actId="6549"/>
          <ac:spMkLst>
            <pc:docMk/>
            <pc:sldMk cId="1152526190" sldId="306"/>
            <ac:spMk id="29" creationId="{F09AF341-2E0D-44D2-95BA-CFA025910D9E}"/>
          </ac:spMkLst>
        </pc:spChg>
        <pc:spChg chg="add del mod">
          <ac:chgData name="강희재" userId="5f137378-fb9e-4efa-89ca-3d5ddf85b964" providerId="ADAL" clId="{1B742BB5-93FD-4E06-9868-9D030C668FDE}" dt="2021-02-01T01:18:11.084" v="545" actId="478"/>
          <ac:spMkLst>
            <pc:docMk/>
            <pc:sldMk cId="1152526190" sldId="306"/>
            <ac:spMk id="30" creationId="{EE59E8C6-87A4-4DC8-9ACC-DB5794BB6CE8}"/>
          </ac:spMkLst>
        </pc:spChg>
        <pc:spChg chg="add mod">
          <ac:chgData name="강희재" userId="5f137378-fb9e-4efa-89ca-3d5ddf85b964" providerId="ADAL" clId="{1B742BB5-93FD-4E06-9868-9D030C668FDE}" dt="2021-02-01T01:18:11.334" v="546"/>
          <ac:spMkLst>
            <pc:docMk/>
            <pc:sldMk cId="1152526190" sldId="306"/>
            <ac:spMk id="31" creationId="{57E8ED15-2990-4A32-9173-9A188546741D}"/>
          </ac:spMkLst>
        </pc:spChg>
        <pc:spChg chg="add mod">
          <ac:chgData name="강희재" userId="5f137378-fb9e-4efa-89ca-3d5ddf85b964" providerId="ADAL" clId="{1B742BB5-93FD-4E06-9868-9D030C668FDE}" dt="2021-02-01T01:18:11.334" v="546"/>
          <ac:spMkLst>
            <pc:docMk/>
            <pc:sldMk cId="1152526190" sldId="306"/>
            <ac:spMk id="32" creationId="{DFCA3417-40A7-4398-892D-6F3C00EE46D2}"/>
          </ac:spMkLst>
        </pc:spChg>
        <pc:picChg chg="add del mod">
          <ac:chgData name="강희재" userId="5f137378-fb9e-4efa-89ca-3d5ddf85b964" providerId="ADAL" clId="{1B742BB5-93FD-4E06-9868-9D030C668FDE}" dt="2021-02-01T01:14:29.096" v="417" actId="478"/>
          <ac:picMkLst>
            <pc:docMk/>
            <pc:sldMk cId="1152526190" sldId="306"/>
            <ac:picMk id="3" creationId="{82074C74-3E1A-4EB5-A131-F7387F47F4C5}"/>
          </ac:picMkLst>
        </pc:picChg>
        <pc:picChg chg="add del mod ord">
          <ac:chgData name="강희재" userId="5f137378-fb9e-4efa-89ca-3d5ddf85b964" providerId="ADAL" clId="{1B742BB5-93FD-4E06-9868-9D030C668FDE}" dt="2021-02-01T01:12:24.005" v="187" actId="22"/>
          <ac:picMkLst>
            <pc:docMk/>
            <pc:sldMk cId="1152526190" sldId="306"/>
            <ac:picMk id="8" creationId="{4CE48CD9-511C-4C25-9EDD-37674C05AC43}"/>
          </ac:picMkLst>
        </pc:picChg>
        <pc:picChg chg="add del mod">
          <ac:chgData name="강희재" userId="5f137378-fb9e-4efa-89ca-3d5ddf85b964" providerId="ADAL" clId="{1B742BB5-93FD-4E06-9868-9D030C668FDE}" dt="2021-02-01T01:14:27.222" v="415" actId="478"/>
          <ac:picMkLst>
            <pc:docMk/>
            <pc:sldMk cId="1152526190" sldId="306"/>
            <ac:picMk id="11" creationId="{B5DBC6A4-01C1-4318-99C8-990F0D189CC7}"/>
          </ac:picMkLst>
        </pc:picChg>
        <pc:picChg chg="add del mod ord">
          <ac:chgData name="강희재" userId="5f137378-fb9e-4efa-89ca-3d5ddf85b964" providerId="ADAL" clId="{1B742BB5-93FD-4E06-9868-9D030C668FDE}" dt="2021-02-01T01:16:00.957" v="465" actId="478"/>
          <ac:picMkLst>
            <pc:docMk/>
            <pc:sldMk cId="1152526190" sldId="306"/>
            <ac:picMk id="12" creationId="{DFEB730C-FAA4-4A0D-A793-C24EDB13D67E}"/>
          </ac:picMkLst>
        </pc:picChg>
        <pc:picChg chg="add mod ord">
          <ac:chgData name="강희재" userId="5f137378-fb9e-4efa-89ca-3d5ddf85b964" providerId="ADAL" clId="{1B742BB5-93FD-4E06-9868-9D030C668FDE}" dt="2021-02-01T01:31:56.477" v="921" actId="108"/>
          <ac:picMkLst>
            <pc:docMk/>
            <pc:sldMk cId="1152526190" sldId="306"/>
            <ac:picMk id="15" creationId="{401B2E6F-A791-4A6B-BADC-EA1D11BA0C07}"/>
          </ac:picMkLst>
        </pc:picChg>
        <pc:picChg chg="add del mod">
          <ac:chgData name="강희재" userId="5f137378-fb9e-4efa-89ca-3d5ddf85b964" providerId="ADAL" clId="{1B742BB5-93FD-4E06-9868-9D030C668FDE}" dt="2021-02-01T01:15:31.589" v="452" actId="478"/>
          <ac:picMkLst>
            <pc:docMk/>
            <pc:sldMk cId="1152526190" sldId="306"/>
            <ac:picMk id="20" creationId="{D9884F88-7731-4CA2-8FC3-F4FFB58C61AC}"/>
          </ac:picMkLst>
        </pc:picChg>
        <pc:picChg chg="add del mod">
          <ac:chgData name="강희재" userId="5f137378-fb9e-4efa-89ca-3d5ddf85b964" providerId="ADAL" clId="{1B742BB5-93FD-4E06-9868-9D030C668FDE}" dt="2021-02-01T01:15:45.652" v="458" actId="478"/>
          <ac:picMkLst>
            <pc:docMk/>
            <pc:sldMk cId="1152526190" sldId="306"/>
            <ac:picMk id="23" creationId="{2E829974-9511-4300-976B-23E703FB50B1}"/>
          </ac:picMkLst>
        </pc:picChg>
        <pc:picChg chg="add mod ord">
          <ac:chgData name="강희재" userId="5f137378-fb9e-4efa-89ca-3d5ddf85b964" providerId="ADAL" clId="{1B742BB5-93FD-4E06-9868-9D030C668FDE}" dt="2021-02-01T01:31:56.477" v="921" actId="108"/>
          <ac:picMkLst>
            <pc:docMk/>
            <pc:sldMk cId="1152526190" sldId="306"/>
            <ac:picMk id="25" creationId="{A067F80C-7220-4ED2-8555-B23181C581CA}"/>
          </ac:picMkLst>
        </pc:picChg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120986130" sldId="307"/>
        </pc:sldMkLst>
      </pc:sldChg>
      <pc:sldChg chg="addSp delSp modSp add mod">
        <pc:chgData name="강희재" userId="5f137378-fb9e-4efa-89ca-3d5ddf85b964" providerId="ADAL" clId="{1B742BB5-93FD-4E06-9868-9D030C668FDE}" dt="2021-02-01T01:31:53.406" v="920" actId="108"/>
        <pc:sldMkLst>
          <pc:docMk/>
          <pc:sldMk cId="3267967954" sldId="307"/>
        </pc:sldMkLst>
        <pc:spChg chg="add mod">
          <ac:chgData name="강희재" userId="5f137378-fb9e-4efa-89ca-3d5ddf85b964" providerId="ADAL" clId="{1B742BB5-93FD-4E06-9868-9D030C668FDE}" dt="2021-02-01T01:27:59.216" v="893" actId="207"/>
          <ac:spMkLst>
            <pc:docMk/>
            <pc:sldMk cId="3267967954" sldId="307"/>
            <ac:spMk id="8" creationId="{0B477434-8EDB-4A97-B13C-518D5E0602DF}"/>
          </ac:spMkLst>
        </pc:spChg>
        <pc:spChg chg="mod">
          <ac:chgData name="강희재" userId="5f137378-fb9e-4efa-89ca-3d5ddf85b964" providerId="ADAL" clId="{1B742BB5-93FD-4E06-9868-9D030C668FDE}" dt="2021-02-01T01:28:37.983" v="918" actId="6549"/>
          <ac:spMkLst>
            <pc:docMk/>
            <pc:sldMk cId="3267967954" sldId="307"/>
            <ac:spMk id="14" creationId="{523B1517-9F72-4EFA-AC15-C16BA373338C}"/>
          </ac:spMkLst>
        </pc:spChg>
        <pc:spChg chg="mod">
          <ac:chgData name="강희재" userId="5f137378-fb9e-4efa-89ca-3d5ddf85b964" providerId="ADAL" clId="{1B742BB5-93FD-4E06-9868-9D030C668FDE}" dt="2021-02-01T01:17:59.171" v="542" actId="1076"/>
          <ac:spMkLst>
            <pc:docMk/>
            <pc:sldMk cId="3267967954" sldId="307"/>
            <ac:spMk id="16" creationId="{FE27214D-73E8-45D3-8FC3-3400B87EC5F0}"/>
          </ac:spMkLst>
        </pc:spChg>
        <pc:spChg chg="del">
          <ac:chgData name="강희재" userId="5f137378-fb9e-4efa-89ca-3d5ddf85b964" providerId="ADAL" clId="{1B742BB5-93FD-4E06-9868-9D030C668FDE}" dt="2021-02-01T01:17:29.521" v="531" actId="478"/>
          <ac:spMkLst>
            <pc:docMk/>
            <pc:sldMk cId="3267967954" sldId="307"/>
            <ac:spMk id="17" creationId="{0B861322-B5F2-44DA-809B-525FE027E684}"/>
          </ac:spMkLst>
        </pc:spChg>
        <pc:spChg chg="mod">
          <ac:chgData name="강희재" userId="5f137378-fb9e-4efa-89ca-3d5ddf85b964" providerId="ADAL" clId="{1B742BB5-93FD-4E06-9868-9D030C668FDE}" dt="2021-02-01T01:26:15.782" v="722" actId="14100"/>
          <ac:spMkLst>
            <pc:docMk/>
            <pc:sldMk cId="3267967954" sldId="307"/>
            <ac:spMk id="21" creationId="{AB782E37-24C0-4FE5-B274-C014065F91A1}"/>
          </ac:spMkLst>
        </pc:spChg>
        <pc:spChg chg="add mod">
          <ac:chgData name="강희재" userId="5f137378-fb9e-4efa-89ca-3d5ddf85b964" providerId="ADAL" clId="{1B742BB5-93FD-4E06-9868-9D030C668FDE}" dt="2021-02-01T01:28:00.461" v="895"/>
          <ac:spMkLst>
            <pc:docMk/>
            <pc:sldMk cId="3267967954" sldId="307"/>
            <ac:spMk id="22" creationId="{DA9A3E1B-EDD8-450C-B796-A8F7A738E6C7}"/>
          </ac:spMkLst>
        </pc:spChg>
        <pc:spChg chg="add mod">
          <ac:chgData name="강희재" userId="5f137378-fb9e-4efa-89ca-3d5ddf85b964" providerId="ADAL" clId="{1B742BB5-93FD-4E06-9868-9D030C668FDE}" dt="2021-02-01T01:28:01.321" v="897"/>
          <ac:spMkLst>
            <pc:docMk/>
            <pc:sldMk cId="3267967954" sldId="307"/>
            <ac:spMk id="23" creationId="{4B491C74-9C5F-4414-A4D7-9C67ABAA4FD8}"/>
          </ac:spMkLst>
        </pc:spChg>
        <pc:spChg chg="mod">
          <ac:chgData name="강희재" userId="5f137378-fb9e-4efa-89ca-3d5ddf85b964" providerId="ADAL" clId="{1B742BB5-93FD-4E06-9868-9D030C668FDE}" dt="2021-02-01T01:25:52.809" v="718" actId="6549"/>
          <ac:spMkLst>
            <pc:docMk/>
            <pc:sldMk cId="3267967954" sldId="307"/>
            <ac:spMk id="29" creationId="{F09AF341-2E0D-44D2-95BA-CFA025910D9E}"/>
          </ac:spMkLst>
        </pc:spChg>
        <pc:spChg chg="mod">
          <ac:chgData name="강희재" userId="5f137378-fb9e-4efa-89ca-3d5ddf85b964" providerId="ADAL" clId="{1B742BB5-93FD-4E06-9868-9D030C668FDE}" dt="2021-02-01T01:18:03.881" v="544" actId="1076"/>
          <ac:spMkLst>
            <pc:docMk/>
            <pc:sldMk cId="3267967954" sldId="307"/>
            <ac:spMk id="30" creationId="{EE59E8C6-87A4-4DC8-9ACC-DB5794BB6CE8}"/>
          </ac:spMkLst>
        </pc:spChg>
        <pc:picChg chg="add mod ord">
          <ac:chgData name="강희재" userId="5f137378-fb9e-4efa-89ca-3d5ddf85b964" providerId="ADAL" clId="{1B742BB5-93FD-4E06-9868-9D030C668FDE}" dt="2021-02-01T01:31:48.468" v="919" actId="692"/>
          <ac:picMkLst>
            <pc:docMk/>
            <pc:sldMk cId="3267967954" sldId="307"/>
            <ac:picMk id="4" creationId="{4F41D838-52DD-4D06-B564-493B4BAA73B7}"/>
          </ac:picMkLst>
        </pc:picChg>
        <pc:picChg chg="add mod ord">
          <ac:chgData name="강희재" userId="5f137378-fb9e-4efa-89ca-3d5ddf85b964" providerId="ADAL" clId="{1B742BB5-93FD-4E06-9868-9D030C668FDE}" dt="2021-02-01T01:31:53.406" v="920" actId="108"/>
          <ac:picMkLst>
            <pc:docMk/>
            <pc:sldMk cId="3267967954" sldId="307"/>
            <ac:picMk id="6" creationId="{C6FE212D-23C8-48AE-8187-00BA87E239AC}"/>
          </ac:picMkLst>
        </pc:picChg>
        <pc:picChg chg="del">
          <ac:chgData name="강희재" userId="5f137378-fb9e-4efa-89ca-3d5ddf85b964" providerId="ADAL" clId="{1B742BB5-93FD-4E06-9868-9D030C668FDE}" dt="2021-02-01T01:17:44.636" v="536" actId="478"/>
          <ac:picMkLst>
            <pc:docMk/>
            <pc:sldMk cId="3267967954" sldId="307"/>
            <ac:picMk id="15" creationId="{401B2E6F-A791-4A6B-BADC-EA1D11BA0C07}"/>
          </ac:picMkLst>
        </pc:picChg>
        <pc:picChg chg="del">
          <ac:chgData name="강희재" userId="5f137378-fb9e-4efa-89ca-3d5ddf85b964" providerId="ADAL" clId="{1B742BB5-93FD-4E06-9868-9D030C668FDE}" dt="2021-02-01T01:25:08.427" v="553" actId="478"/>
          <ac:picMkLst>
            <pc:docMk/>
            <pc:sldMk cId="3267967954" sldId="307"/>
            <ac:picMk id="25" creationId="{A067F80C-7220-4ED2-8555-B23181C581CA}"/>
          </ac:picMkLst>
        </pc:picChg>
        <pc:cxnChg chg="add mod">
          <ac:chgData name="강희재" userId="5f137378-fb9e-4efa-89ca-3d5ddf85b964" providerId="ADAL" clId="{1B742BB5-93FD-4E06-9868-9D030C668FDE}" dt="2021-02-01T01:28:18.314" v="899" actId="692"/>
          <ac:cxnSpMkLst>
            <pc:docMk/>
            <pc:sldMk cId="3267967954" sldId="307"/>
            <ac:cxnSpMk id="10" creationId="{F5360C16-92C0-46D2-BB6C-B465F370DBB5}"/>
          </ac:cxnSpMkLst>
        </pc:cxnChg>
      </pc:sldChg>
      <pc:sldChg chg="addSp delSp modSp add mod ord">
        <pc:chgData name="강희재" userId="5f137378-fb9e-4efa-89ca-3d5ddf85b964" providerId="ADAL" clId="{1B742BB5-93FD-4E06-9868-9D030C668FDE}" dt="2021-02-01T01:37:08.090" v="1257"/>
        <pc:sldMkLst>
          <pc:docMk/>
          <pc:sldMk cId="1878539657" sldId="308"/>
        </pc:sldMkLst>
        <pc:spChg chg="mod">
          <ac:chgData name="강희재" userId="5f137378-fb9e-4efa-89ca-3d5ddf85b964" providerId="ADAL" clId="{1B742BB5-93FD-4E06-9868-9D030C668FDE}" dt="2021-02-01T01:36:18.639" v="1100" actId="404"/>
          <ac:spMkLst>
            <pc:docMk/>
            <pc:sldMk cId="1878539657" sldId="308"/>
            <ac:spMk id="14" creationId="{523B1517-9F72-4EFA-AC15-C16BA373338C}"/>
          </ac:spMkLst>
        </pc:spChg>
        <pc:spChg chg="add del mod">
          <ac:chgData name="강희재" userId="5f137378-fb9e-4efa-89ca-3d5ddf85b964" providerId="ADAL" clId="{1B742BB5-93FD-4E06-9868-9D030C668FDE}" dt="2021-02-01T01:35:31.776" v="938" actId="1076"/>
          <ac:spMkLst>
            <pc:docMk/>
            <pc:sldMk cId="1878539657" sldId="308"/>
            <ac:spMk id="17" creationId="{0B861322-B5F2-44DA-809B-525FE027E684}"/>
          </ac:spMkLst>
        </pc:spChg>
        <pc:spChg chg="mod">
          <ac:chgData name="강희재" userId="5f137378-fb9e-4efa-89ca-3d5ddf85b964" providerId="ADAL" clId="{1B742BB5-93FD-4E06-9868-9D030C668FDE}" dt="2021-02-01T01:36:49.476" v="1111" actId="14100"/>
          <ac:spMkLst>
            <pc:docMk/>
            <pc:sldMk cId="1878539657" sldId="308"/>
            <ac:spMk id="21" creationId="{AB782E37-24C0-4FE5-B274-C014065F91A1}"/>
          </ac:spMkLst>
        </pc:spChg>
        <pc:spChg chg="mod">
          <ac:chgData name="강희재" userId="5f137378-fb9e-4efa-89ca-3d5ddf85b964" providerId="ADAL" clId="{1B742BB5-93FD-4E06-9868-9D030C668FDE}" dt="2021-02-01T01:37:08.090" v="1257"/>
          <ac:spMkLst>
            <pc:docMk/>
            <pc:sldMk cId="1878539657" sldId="308"/>
            <ac:spMk id="29" creationId="{F09AF341-2E0D-44D2-95BA-CFA025910D9E}"/>
          </ac:spMkLst>
        </pc:spChg>
        <pc:picChg chg="add mod ord">
          <ac:chgData name="강희재" userId="5f137378-fb9e-4efa-89ca-3d5ddf85b964" providerId="ADAL" clId="{1B742BB5-93FD-4E06-9868-9D030C668FDE}" dt="2021-02-01T01:35:29.007" v="937" actId="1076"/>
          <ac:picMkLst>
            <pc:docMk/>
            <pc:sldMk cId="1878539657" sldId="308"/>
            <ac:picMk id="4" creationId="{B05460CC-E76E-47F4-9672-F20D87F978DF}"/>
          </ac:picMkLst>
        </pc:picChg>
        <pc:picChg chg="add mod ord">
          <ac:chgData name="강희재" userId="5f137378-fb9e-4efa-89ca-3d5ddf85b964" providerId="ADAL" clId="{1B742BB5-93FD-4E06-9868-9D030C668FDE}" dt="2021-02-01T01:36:40.972" v="1107" actId="108"/>
          <ac:picMkLst>
            <pc:docMk/>
            <pc:sldMk cId="1878539657" sldId="308"/>
            <ac:picMk id="6" creationId="{76EAF9E3-F894-4233-B707-695A60AC13A9}"/>
          </ac:picMkLst>
        </pc:picChg>
        <pc:picChg chg="del">
          <ac:chgData name="강희재" userId="5f137378-fb9e-4efa-89ca-3d5ddf85b964" providerId="ADAL" clId="{1B742BB5-93FD-4E06-9868-9D030C668FDE}" dt="2021-02-01T01:35:18.202" v="932" actId="478"/>
          <ac:picMkLst>
            <pc:docMk/>
            <pc:sldMk cId="1878539657" sldId="308"/>
            <ac:picMk id="15" creationId="{401B2E6F-A791-4A6B-BADC-EA1D11BA0C07}"/>
          </ac:picMkLst>
        </pc:picChg>
        <pc:picChg chg="del">
          <ac:chgData name="강희재" userId="5f137378-fb9e-4efa-89ca-3d5ddf85b964" providerId="ADAL" clId="{1B742BB5-93FD-4E06-9868-9D030C668FDE}" dt="2021-02-01T01:36:40.040" v="1106" actId="478"/>
          <ac:picMkLst>
            <pc:docMk/>
            <pc:sldMk cId="1878539657" sldId="308"/>
            <ac:picMk id="25" creationId="{A067F80C-7220-4ED2-8555-B23181C581CA}"/>
          </ac:picMkLst>
        </pc:picChg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4173797913" sldId="308"/>
        </pc:sldMkLst>
      </pc:sldChg>
      <pc:sldChg chg="addSp delSp modSp add mod">
        <pc:chgData name="강희재" userId="5f137378-fb9e-4efa-89ca-3d5ddf85b964" providerId="ADAL" clId="{1B742BB5-93FD-4E06-9868-9D030C668FDE}" dt="2021-02-01T01:39:41.336" v="1740" actId="403"/>
        <pc:sldMkLst>
          <pc:docMk/>
          <pc:sldMk cId="2365907134" sldId="309"/>
        </pc:sldMkLst>
        <pc:spChg chg="mod">
          <ac:chgData name="강희재" userId="5f137378-fb9e-4efa-89ca-3d5ddf85b964" providerId="ADAL" clId="{1B742BB5-93FD-4E06-9868-9D030C668FDE}" dt="2021-02-01T01:37:48.740" v="1371"/>
          <ac:spMkLst>
            <pc:docMk/>
            <pc:sldMk cId="2365907134" sldId="309"/>
            <ac:spMk id="14" creationId="{523B1517-9F72-4EFA-AC15-C16BA373338C}"/>
          </ac:spMkLst>
        </pc:spChg>
        <pc:spChg chg="mod">
          <ac:chgData name="강희재" userId="5f137378-fb9e-4efa-89ca-3d5ddf85b964" providerId="ADAL" clId="{1B742BB5-93FD-4E06-9868-9D030C668FDE}" dt="2021-02-01T01:37:35.288" v="1267" actId="14100"/>
          <ac:spMkLst>
            <pc:docMk/>
            <pc:sldMk cId="2365907134" sldId="309"/>
            <ac:spMk id="17" creationId="{0B861322-B5F2-44DA-809B-525FE027E684}"/>
          </ac:spMkLst>
        </pc:spChg>
        <pc:spChg chg="add mod">
          <ac:chgData name="강희재" userId="5f137378-fb9e-4efa-89ca-3d5ddf85b964" providerId="ADAL" clId="{1B742BB5-93FD-4E06-9868-9D030C668FDE}" dt="2021-02-01T01:38:29.907" v="1386" actId="1038"/>
          <ac:spMkLst>
            <pc:docMk/>
            <pc:sldMk cId="2365907134" sldId="309"/>
            <ac:spMk id="20" creationId="{B8DDE902-111D-4767-AD7A-55410EDE26DE}"/>
          </ac:spMkLst>
        </pc:spChg>
        <pc:spChg chg="mod">
          <ac:chgData name="강희재" userId="5f137378-fb9e-4efa-89ca-3d5ddf85b964" providerId="ADAL" clId="{1B742BB5-93FD-4E06-9868-9D030C668FDE}" dt="2021-02-01T01:38:22.492" v="1381" actId="14100"/>
          <ac:spMkLst>
            <pc:docMk/>
            <pc:sldMk cId="2365907134" sldId="309"/>
            <ac:spMk id="21" creationId="{AB782E37-24C0-4FE5-B274-C014065F91A1}"/>
          </ac:spMkLst>
        </pc:spChg>
        <pc:spChg chg="mod">
          <ac:chgData name="강희재" userId="5f137378-fb9e-4efa-89ca-3d5ddf85b964" providerId="ADAL" clId="{1B742BB5-93FD-4E06-9868-9D030C668FDE}" dt="2021-02-01T01:39:41.336" v="1740" actId="403"/>
          <ac:spMkLst>
            <pc:docMk/>
            <pc:sldMk cId="2365907134" sldId="309"/>
            <ac:spMk id="29" creationId="{F09AF341-2E0D-44D2-95BA-CFA025910D9E}"/>
          </ac:spMkLst>
        </pc:spChg>
        <pc:picChg chg="del">
          <ac:chgData name="강희재" userId="5f137378-fb9e-4efa-89ca-3d5ddf85b964" providerId="ADAL" clId="{1B742BB5-93FD-4E06-9868-9D030C668FDE}" dt="2021-02-01T01:37:30.047" v="1264" actId="478"/>
          <ac:picMkLst>
            <pc:docMk/>
            <pc:sldMk cId="2365907134" sldId="309"/>
            <ac:picMk id="4" creationId="{B05460CC-E76E-47F4-9672-F20D87F978DF}"/>
          </ac:picMkLst>
        </pc:picChg>
        <pc:picChg chg="add mod ord">
          <ac:chgData name="강희재" userId="5f137378-fb9e-4efa-89ca-3d5ddf85b964" providerId="ADAL" clId="{1B742BB5-93FD-4E06-9868-9D030C668FDE}" dt="2021-02-01T01:37:31.499" v="1265" actId="108"/>
          <ac:picMkLst>
            <pc:docMk/>
            <pc:sldMk cId="2365907134" sldId="309"/>
            <ac:picMk id="5" creationId="{571469B1-168F-4446-837F-55A74E2C5E0C}"/>
          </ac:picMkLst>
        </pc:picChg>
        <pc:picChg chg="del">
          <ac:chgData name="강희재" userId="5f137378-fb9e-4efa-89ca-3d5ddf85b964" providerId="ADAL" clId="{1B742BB5-93FD-4E06-9868-9D030C668FDE}" dt="2021-02-01T01:38:14.323" v="1378" actId="478"/>
          <ac:picMkLst>
            <pc:docMk/>
            <pc:sldMk cId="2365907134" sldId="309"/>
            <ac:picMk id="6" creationId="{76EAF9E3-F894-4233-B707-695A60AC13A9}"/>
          </ac:picMkLst>
        </pc:picChg>
        <pc:picChg chg="add mod ord">
          <ac:chgData name="강희재" userId="5f137378-fb9e-4efa-89ca-3d5ddf85b964" providerId="ADAL" clId="{1B742BB5-93FD-4E06-9868-9D030C668FDE}" dt="2021-02-01T01:38:15.851" v="1379" actId="108"/>
          <ac:picMkLst>
            <pc:docMk/>
            <pc:sldMk cId="2365907134" sldId="309"/>
            <ac:picMk id="9" creationId="{1EA4E325-09DD-425B-B869-173E4CC4B0EC}"/>
          </ac:picMkLst>
        </pc:picChg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264404509" sldId="309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860809876" sldId="310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851091505" sldId="311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540996964" sldId="312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606298577" sldId="313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992779368" sldId="314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528214504" sldId="315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479701411" sldId="316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001841106" sldId="318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215087216" sldId="319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762229118" sldId="320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522497966" sldId="321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8882742" sldId="322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368263236" sldId="323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741592668" sldId="324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56095578" sldId="325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844151253" sldId="326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89687249" sldId="327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756358230" sldId="328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972804001" sldId="329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105260745" sldId="330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109853851" sldId="331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42391792" sldId="332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571928230" sldId="333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840633465" sldId="334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230983087" sldId="335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084610053" sldId="336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416167095" sldId="337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881046800" sldId="338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4244509868" sldId="339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151784237" sldId="340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777832302" sldId="341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494865313" sldId="342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744418554" sldId="343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596852763" sldId="344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449655216" sldId="3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A6C6B-6632-4846-8023-FDB30B6C204D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C46BF-388E-4046-A6CA-DC885367DA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 </a:t>
            </a:r>
            <a:r>
              <a:rPr lang="en-US" altLang="ko-KR" dirty="0" smtClean="0"/>
              <a:t>※ </a:t>
            </a:r>
            <a:r>
              <a:rPr lang="ko-KR" altLang="en-US" dirty="0" smtClean="0"/>
              <a:t>위 예시는 기술직</a:t>
            </a:r>
            <a:r>
              <a:rPr lang="en-US" altLang="ko-KR" dirty="0" smtClean="0"/>
              <a:t>/</a:t>
            </a:r>
            <a:r>
              <a:rPr lang="ko-KR" altLang="en-US" dirty="0" err="1" smtClean="0"/>
              <a:t>개인카드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사용분이며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부서마다 작성법은 동일함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8C46BF-388E-4046-A6CA-DC885367DA7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429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6720" y="6412528"/>
            <a:ext cx="1666240" cy="308951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644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4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60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7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562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84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56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21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0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81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312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754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05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576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486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793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22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572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881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639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762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65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13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01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gw.penta.co.kr/gw/userMain.d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0" y="3369391"/>
            <a:ext cx="3704859" cy="9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3416300" y="3369391"/>
            <a:ext cx="3405413" cy="94500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762445" y="2646918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0E6FC6"/>
                </a:solidFill>
              </a:rPr>
              <a:t>그룹웨어 </a:t>
            </a:r>
            <a:r>
              <a:rPr lang="ko-KR" altLang="en-US" sz="2400" b="1" dirty="0" err="1">
                <a:solidFill>
                  <a:srgbClr val="0E6FC6"/>
                </a:solidFill>
              </a:rPr>
              <a:t>메뉴얼</a:t>
            </a:r>
            <a:endParaRPr lang="ko-KR" altLang="en-US" sz="2400" b="1" dirty="0">
              <a:solidFill>
                <a:srgbClr val="0E6FC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4917" y="3216533"/>
            <a:ext cx="29450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 err="1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작성</a:t>
            </a:r>
            <a:endParaRPr lang="en-US" altLang="ko-KR" dirty="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en-US" altLang="ko-KR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(</a:t>
            </a:r>
            <a:r>
              <a:rPr lang="ko-KR" altLang="en-US" b="1" dirty="0" err="1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개인카드</a:t>
            </a:r>
            <a:r>
              <a:rPr lang="en-US" altLang="ko-KR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_</a:t>
            </a:r>
            <a:r>
              <a:rPr lang="ko-KR" altLang="en-US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통신비 외</a:t>
            </a:r>
            <a:r>
              <a:rPr lang="en-US" altLang="ko-KR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  <a:endParaRPr lang="en-US" altLang="ko-KR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7720870" y="3144411"/>
            <a:ext cx="447113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119" y="2957282"/>
            <a:ext cx="1773669" cy="201089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46" y="2884684"/>
            <a:ext cx="1588128" cy="34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8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작성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637803" y="5554962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25975" y="5511357"/>
            <a:ext cx="1126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그룹웨어 접속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4"/>
              </a:rPr>
              <a:t>https</a:t>
            </a:r>
            <a:r>
              <a:rPr lang="en-US" altLang="ko-KR" dirty="0">
                <a:hlinkClick r:id="rId4"/>
              </a:rPr>
              <a:t>://</a:t>
            </a:r>
            <a:r>
              <a:rPr lang="en-US" altLang="ko-KR" dirty="0" smtClean="0">
                <a:hlinkClick r:id="rId4"/>
              </a:rPr>
              <a:t>gw.penta.co.kr/gw/userMain.do</a:t>
            </a:r>
            <a:r>
              <a:rPr lang="en-US" altLang="ko-KR" dirty="0" smtClean="0"/>
              <a:t> </a:t>
            </a:r>
            <a:r>
              <a:rPr lang="ko-KR" altLang="en-US" dirty="0" smtClean="0"/>
              <a:t>후 전자결제 클릭</a:t>
            </a:r>
            <a:endParaRPr lang="en-US" altLang="ko-KR" sz="70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BF68F97-C32A-47A8-BAD2-6C17A01E7C24}"/>
              </a:ext>
            </a:extLst>
          </p:cNvPr>
          <p:cNvSpPr/>
          <p:nvPr/>
        </p:nvSpPr>
        <p:spPr>
          <a:xfrm>
            <a:off x="637803" y="5972101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9AF341-2E0D-44D2-95BA-CFA025910D9E}"/>
              </a:ext>
            </a:extLst>
          </p:cNvPr>
          <p:cNvSpPr txBox="1"/>
          <p:nvPr/>
        </p:nvSpPr>
        <p:spPr>
          <a:xfrm>
            <a:off x="919604" y="5916917"/>
            <a:ext cx="1126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직무에 따라서 지출결의서 선택</a:t>
            </a:r>
            <a:endParaRPr lang="en-US" altLang="ko-KR" sz="7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FCA3417-40A7-4398-892D-6F3C00EE46D2}"/>
              </a:ext>
            </a:extLst>
          </p:cNvPr>
          <p:cNvSpPr/>
          <p:nvPr/>
        </p:nvSpPr>
        <p:spPr>
          <a:xfrm>
            <a:off x="6275326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grpSp>
        <p:nvGrpSpPr>
          <p:cNvPr id="16" name="그룹 15"/>
          <p:cNvGrpSpPr/>
          <p:nvPr/>
        </p:nvGrpSpPr>
        <p:grpSpPr>
          <a:xfrm>
            <a:off x="637803" y="830470"/>
            <a:ext cx="5349351" cy="4439772"/>
            <a:chOff x="0" y="0"/>
            <a:chExt cx="10601325" cy="6329280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10601325" cy="6329280"/>
            </a:xfrm>
            <a:prstGeom prst="rect">
              <a:avLst/>
            </a:prstGeom>
          </p:spPr>
        </p:pic>
        <p:sp>
          <p:nvSpPr>
            <p:cNvPr id="19" name="직사각형 18"/>
            <p:cNvSpPr/>
            <p:nvPr/>
          </p:nvSpPr>
          <p:spPr>
            <a:xfrm>
              <a:off x="1419225" y="685799"/>
              <a:ext cx="923925" cy="8667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628775" y="1485900"/>
              <a:ext cx="3248025" cy="45720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200" b="1">
                  <a:solidFill>
                    <a:srgbClr val="FF0000"/>
                  </a:solidFill>
                </a:rPr>
                <a:t>클릭</a:t>
              </a:r>
            </a:p>
          </p:txBody>
        </p:sp>
      </p:grp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6"/>
          <a:srcRect l="2601" t="526" r="52390" b="35010"/>
          <a:stretch/>
        </p:blipFill>
        <p:spPr>
          <a:xfrm>
            <a:off x="6552617" y="830470"/>
            <a:ext cx="5337591" cy="4341894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9535222" y="3502152"/>
            <a:ext cx="1556450" cy="57607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4" name="직사각형 23"/>
          <p:cNvSpPr/>
          <p:nvPr/>
        </p:nvSpPr>
        <p:spPr>
          <a:xfrm>
            <a:off x="6606374" y="1881045"/>
            <a:ext cx="533335" cy="2257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6" name="직사각형 25"/>
          <p:cNvSpPr/>
          <p:nvPr/>
        </p:nvSpPr>
        <p:spPr>
          <a:xfrm>
            <a:off x="6686550" y="2276255"/>
            <a:ext cx="453159" cy="2360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7" name="직사각형 26"/>
          <p:cNvSpPr/>
          <p:nvPr/>
        </p:nvSpPr>
        <p:spPr>
          <a:xfrm>
            <a:off x="8040312" y="2900577"/>
            <a:ext cx="643114" cy="2397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1" name="직사각형 20"/>
          <p:cNvSpPr/>
          <p:nvPr/>
        </p:nvSpPr>
        <p:spPr>
          <a:xfrm>
            <a:off x="9532174" y="4340352"/>
            <a:ext cx="1559498" cy="2316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5" name="직사각형 24"/>
          <p:cNvSpPr/>
          <p:nvPr/>
        </p:nvSpPr>
        <p:spPr>
          <a:xfrm>
            <a:off x="9538270" y="4885944"/>
            <a:ext cx="1559498" cy="2316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BF68F97-C32A-47A8-BAD2-6C17A01E7C24}"/>
              </a:ext>
            </a:extLst>
          </p:cNvPr>
          <p:cNvSpPr/>
          <p:nvPr/>
        </p:nvSpPr>
        <p:spPr>
          <a:xfrm>
            <a:off x="634755" y="638053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3</a:t>
            </a:r>
            <a:endParaRPr lang="ko-KR" altLang="en-US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9AF341-2E0D-44D2-95BA-CFA025910D9E}"/>
              </a:ext>
            </a:extLst>
          </p:cNvPr>
          <p:cNvSpPr txBox="1"/>
          <p:nvPr/>
        </p:nvSpPr>
        <p:spPr>
          <a:xfrm>
            <a:off x="916556" y="6325349"/>
            <a:ext cx="1126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u="sng" dirty="0"/>
              <a:t>계좌이체</a:t>
            </a:r>
            <a:r>
              <a:rPr lang="en-US" altLang="ko-KR" u="sng" dirty="0"/>
              <a:t>/</a:t>
            </a:r>
            <a:r>
              <a:rPr lang="ko-KR" altLang="en-US" u="sng" dirty="0" err="1"/>
              <a:t>개인카드</a:t>
            </a:r>
            <a:r>
              <a:rPr lang="en-US" altLang="ko-KR" u="sng" dirty="0"/>
              <a:t>/</a:t>
            </a:r>
            <a:r>
              <a:rPr lang="ko-KR" altLang="en-US" u="sng" dirty="0"/>
              <a:t>현금영수증 </a:t>
            </a:r>
            <a:r>
              <a:rPr lang="ko-KR" altLang="en-US" dirty="0" smtClean="0"/>
              <a:t>등 </a:t>
            </a:r>
            <a:r>
              <a:rPr lang="ko-KR" altLang="en-US" dirty="0" err="1" smtClean="0"/>
              <a:t>결제시</a:t>
            </a:r>
            <a:r>
              <a:rPr lang="ko-KR" altLang="en-US" dirty="0" smtClean="0"/>
              <a:t> </a:t>
            </a:r>
            <a:r>
              <a:rPr lang="en-US" altLang="ko-KR" dirty="0" smtClean="0"/>
              <a:t>“</a:t>
            </a:r>
            <a:r>
              <a:rPr lang="ko-KR" altLang="en-US" dirty="0" err="1"/>
              <a:t>개인카드</a:t>
            </a:r>
            <a:r>
              <a:rPr lang="en-US" altLang="ko-KR" dirty="0"/>
              <a:t>/</a:t>
            </a:r>
            <a:r>
              <a:rPr lang="ko-KR" altLang="en-US" dirty="0" smtClean="0"/>
              <a:t>현금</a:t>
            </a:r>
            <a:r>
              <a:rPr lang="en-US" altLang="ko-KR" dirty="0" smtClean="0"/>
              <a:t>”</a:t>
            </a:r>
            <a:r>
              <a:rPr lang="ko-KR" altLang="en-US" dirty="0" smtClean="0"/>
              <a:t> 선택</a:t>
            </a:r>
            <a:endParaRPr lang="en-US" altLang="ko-KR" sz="700" dirty="0"/>
          </a:p>
        </p:txBody>
      </p:sp>
    </p:spTree>
    <p:extLst>
      <p:ext uri="{BB962C8B-B14F-4D97-AF65-F5344CB8AC3E}">
        <p14:creationId xmlns:p14="http://schemas.microsoft.com/office/powerpoint/2010/main" val="115252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작성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FE27214D-73E8-45D3-8FC3-3400B87EC5F0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grpSp>
        <p:nvGrpSpPr>
          <p:cNvPr id="8" name="그룹 7"/>
          <p:cNvGrpSpPr/>
          <p:nvPr/>
        </p:nvGrpSpPr>
        <p:grpSpPr>
          <a:xfrm>
            <a:off x="701093" y="852450"/>
            <a:ext cx="11170787" cy="5677617"/>
            <a:chOff x="701094" y="852450"/>
            <a:chExt cx="8258179" cy="5677617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1094" y="852450"/>
              <a:ext cx="8258179" cy="5677617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1095" y="873789"/>
              <a:ext cx="3358842" cy="433803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26769" y="2203704"/>
              <a:ext cx="5886200" cy="5671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796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74100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*</a:t>
            </a:r>
            <a:endParaRPr lang="ko-KR" altLang="en-US" sz="1600" b="1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180600" y="722968"/>
            <a:ext cx="287119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해당 자료는 통신비를 예시로 </a:t>
            </a:r>
            <a:r>
              <a:rPr lang="ko-KR" altLang="en-US" sz="1500" dirty="0" smtClean="0"/>
              <a:t>들어 설명하는 것</a:t>
            </a:r>
            <a:r>
              <a:rPr lang="en-US" altLang="ko-KR" sz="1500" dirty="0" smtClean="0"/>
              <a:t>. </a:t>
            </a:r>
          </a:p>
          <a:p>
            <a:endParaRPr lang="en-US" altLang="ko-KR" sz="1500" dirty="0">
              <a:solidFill>
                <a:srgbClr val="FF0000"/>
              </a:solidFill>
            </a:endParaRPr>
          </a:p>
          <a:p>
            <a:r>
              <a:rPr lang="ko-KR" altLang="en-US" sz="1500" dirty="0" err="1" smtClean="0">
                <a:solidFill>
                  <a:srgbClr val="FF0000"/>
                </a:solidFill>
              </a:rPr>
              <a:t>개인카드</a:t>
            </a:r>
            <a:r>
              <a:rPr lang="ko-KR" altLang="en-US" sz="1500" dirty="0" smtClean="0">
                <a:solidFill>
                  <a:srgbClr val="FF0000"/>
                </a:solidFill>
              </a:rPr>
              <a:t> </a:t>
            </a:r>
            <a:r>
              <a:rPr lang="ko-KR" altLang="en-US" sz="1500" dirty="0">
                <a:solidFill>
                  <a:srgbClr val="FF0000"/>
                </a:solidFill>
              </a:rPr>
              <a:t>기타 </a:t>
            </a:r>
            <a:r>
              <a:rPr lang="ko-KR" altLang="en-US" sz="1500" dirty="0" err="1">
                <a:solidFill>
                  <a:srgbClr val="FF0000"/>
                </a:solidFill>
              </a:rPr>
              <a:t>사용분이</a:t>
            </a:r>
            <a:r>
              <a:rPr lang="ko-KR" altLang="en-US" sz="1500" dirty="0">
                <a:solidFill>
                  <a:srgbClr val="FF0000"/>
                </a:solidFill>
              </a:rPr>
              <a:t> 있을 경우 </a:t>
            </a:r>
            <a:r>
              <a:rPr lang="ko-KR" altLang="en-US" sz="1500" b="1" u="sng" dirty="0">
                <a:solidFill>
                  <a:srgbClr val="FF0000"/>
                </a:solidFill>
              </a:rPr>
              <a:t>본인이 지출한 사용 목적</a:t>
            </a:r>
            <a:r>
              <a:rPr lang="en-US" altLang="ko-KR" sz="1500" dirty="0">
                <a:solidFill>
                  <a:srgbClr val="FF0000"/>
                </a:solidFill>
              </a:rPr>
              <a:t>(</a:t>
            </a:r>
            <a:r>
              <a:rPr lang="ko-KR" altLang="en-US" sz="1500" dirty="0">
                <a:solidFill>
                  <a:srgbClr val="FF0000"/>
                </a:solidFill>
              </a:rPr>
              <a:t>성격</a:t>
            </a:r>
            <a:r>
              <a:rPr lang="en-US" altLang="ko-KR" sz="1500" dirty="0">
                <a:solidFill>
                  <a:srgbClr val="FF0000"/>
                </a:solidFill>
              </a:rPr>
              <a:t>)</a:t>
            </a:r>
            <a:r>
              <a:rPr lang="ko-KR" altLang="en-US" sz="1500" dirty="0">
                <a:solidFill>
                  <a:srgbClr val="FF0000"/>
                </a:solidFill>
              </a:rPr>
              <a:t>에 해당하는 </a:t>
            </a:r>
            <a:r>
              <a:rPr lang="ko-KR" altLang="en-US" sz="1500" dirty="0" err="1">
                <a:solidFill>
                  <a:srgbClr val="FF0000"/>
                </a:solidFill>
              </a:rPr>
              <a:t>표준적요</a:t>
            </a:r>
            <a:r>
              <a:rPr lang="ko-KR" altLang="en-US" sz="1500" dirty="0">
                <a:solidFill>
                  <a:srgbClr val="FF0000"/>
                </a:solidFill>
              </a:rPr>
              <a:t> 선택</a:t>
            </a:r>
            <a:r>
              <a:rPr lang="en-US" altLang="ko-KR" sz="1500" dirty="0">
                <a:solidFill>
                  <a:srgbClr val="FF0000"/>
                </a:solidFill>
              </a:rPr>
              <a:t>(</a:t>
            </a:r>
            <a:r>
              <a:rPr lang="ko-KR" altLang="en-US" sz="1500" dirty="0">
                <a:solidFill>
                  <a:srgbClr val="FF0000"/>
                </a:solidFill>
              </a:rPr>
              <a:t>더블클릭</a:t>
            </a:r>
            <a:r>
              <a:rPr lang="en-US" altLang="ko-KR" sz="1500" dirty="0" smtClean="0">
                <a:solidFill>
                  <a:srgbClr val="FF0000"/>
                </a:solidFill>
              </a:rPr>
              <a:t>)</a:t>
            </a:r>
            <a:r>
              <a:rPr lang="ko-KR" altLang="en-US" sz="1500" dirty="0" smtClean="0">
                <a:solidFill>
                  <a:srgbClr val="FF0000"/>
                </a:solidFill>
              </a:rPr>
              <a:t>하여 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881" y="40273"/>
            <a:ext cx="4372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작성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4"/>
          <a:srcRect b="744"/>
          <a:stretch/>
        </p:blipFill>
        <p:spPr>
          <a:xfrm>
            <a:off x="698024" y="722968"/>
            <a:ext cx="8098504" cy="608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53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74100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180600" y="722968"/>
            <a:ext cx="26912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smtClean="0">
                <a:solidFill>
                  <a:srgbClr val="FF0000"/>
                </a:solidFill>
              </a:rPr>
              <a:t>현금</a:t>
            </a:r>
            <a:r>
              <a:rPr lang="en-US" altLang="ko-KR" sz="1500" dirty="0" smtClean="0">
                <a:solidFill>
                  <a:srgbClr val="FF0000"/>
                </a:solidFill>
              </a:rPr>
              <a:t>/</a:t>
            </a:r>
            <a:r>
              <a:rPr lang="ko-KR" altLang="en-US" sz="1500" dirty="0" smtClean="0">
                <a:solidFill>
                  <a:srgbClr val="FF0000"/>
                </a:solidFill>
              </a:rPr>
              <a:t>계좌이체</a:t>
            </a:r>
            <a:r>
              <a:rPr lang="en-US" altLang="ko-KR" sz="1500" dirty="0">
                <a:solidFill>
                  <a:srgbClr val="FF0000"/>
                </a:solidFill>
              </a:rPr>
              <a:t>/</a:t>
            </a:r>
            <a:r>
              <a:rPr lang="ko-KR" altLang="en-US" sz="1500" dirty="0" err="1">
                <a:solidFill>
                  <a:srgbClr val="FF0000"/>
                </a:solidFill>
              </a:rPr>
              <a:t>개인카드</a:t>
            </a:r>
            <a:r>
              <a:rPr lang="ko-KR" altLang="en-US" sz="1500" dirty="0">
                <a:solidFill>
                  <a:srgbClr val="FF0000"/>
                </a:solidFill>
              </a:rPr>
              <a:t> </a:t>
            </a:r>
            <a:r>
              <a:rPr lang="en-US" altLang="ko-KR" sz="1500" dirty="0">
                <a:solidFill>
                  <a:srgbClr val="FF0000"/>
                </a:solidFill>
              </a:rPr>
              <a:t>-&gt; </a:t>
            </a:r>
            <a:r>
              <a:rPr lang="ko-KR" altLang="en-US" sz="1500" dirty="0" err="1" smtClean="0">
                <a:solidFill>
                  <a:srgbClr val="FF0000"/>
                </a:solidFill>
              </a:rPr>
              <a:t>개인카드</a:t>
            </a:r>
            <a:r>
              <a:rPr lang="ko-KR" altLang="en-US" sz="1500" dirty="0" smtClean="0">
                <a:solidFill>
                  <a:srgbClr val="FF0000"/>
                </a:solidFill>
              </a:rPr>
              <a:t> 선택</a:t>
            </a:r>
            <a:endParaRPr lang="en-US" altLang="ko-KR" sz="1500" dirty="0" smtClean="0">
              <a:solidFill>
                <a:srgbClr val="FF0000"/>
              </a:solidFill>
            </a:endParaRPr>
          </a:p>
          <a:p>
            <a:endParaRPr lang="en-US" altLang="ko-KR" sz="1500" dirty="0">
              <a:solidFill>
                <a:srgbClr val="FF0000"/>
              </a:solidFill>
            </a:endParaRPr>
          </a:p>
          <a:p>
            <a:r>
              <a:rPr lang="ko-KR" altLang="en-US" sz="1500" b="1" u="sng" dirty="0">
                <a:solidFill>
                  <a:srgbClr val="FF0000"/>
                </a:solidFill>
              </a:rPr>
              <a:t>법인 사업자 번호로 </a:t>
            </a:r>
            <a:r>
              <a:rPr lang="ko-KR" altLang="en-US" sz="1500" dirty="0">
                <a:solidFill>
                  <a:srgbClr val="FF0000"/>
                </a:solidFill>
              </a:rPr>
              <a:t>현금영수증 </a:t>
            </a:r>
            <a:r>
              <a:rPr lang="ko-KR" altLang="en-US" sz="1500" dirty="0" err="1" smtClean="0">
                <a:solidFill>
                  <a:srgbClr val="FF0000"/>
                </a:solidFill>
              </a:rPr>
              <a:t>수취시에만</a:t>
            </a:r>
            <a:r>
              <a:rPr lang="ko-KR" altLang="en-US" sz="1500" dirty="0">
                <a:solidFill>
                  <a:srgbClr val="FF0000"/>
                </a:solidFill>
              </a:rPr>
              <a:t> </a:t>
            </a:r>
            <a:r>
              <a:rPr lang="ko-KR" altLang="en-US" sz="1500" dirty="0" smtClean="0">
                <a:solidFill>
                  <a:srgbClr val="FF0000"/>
                </a:solidFill>
              </a:rPr>
              <a:t>현금영수증</a:t>
            </a:r>
            <a:r>
              <a:rPr lang="en-US" altLang="ko-KR" sz="1500" dirty="0">
                <a:solidFill>
                  <a:srgbClr val="FF0000"/>
                </a:solidFill>
              </a:rPr>
              <a:t>(</a:t>
            </a:r>
            <a:r>
              <a:rPr lang="ko-KR" altLang="en-US" sz="1500" dirty="0">
                <a:solidFill>
                  <a:srgbClr val="FF0000"/>
                </a:solidFill>
              </a:rPr>
              <a:t>매입</a:t>
            </a:r>
            <a:r>
              <a:rPr lang="en-US" altLang="ko-KR" sz="1500" dirty="0">
                <a:solidFill>
                  <a:srgbClr val="FF0000"/>
                </a:solidFill>
              </a:rPr>
              <a:t>)</a:t>
            </a:r>
            <a:r>
              <a:rPr lang="ko-KR" altLang="en-US" sz="1500" dirty="0">
                <a:solidFill>
                  <a:srgbClr val="FF0000"/>
                </a:solidFill>
              </a:rPr>
              <a:t>선택</a:t>
            </a:r>
            <a:endParaRPr lang="ko-KR" altLang="en-US" sz="1500" dirty="0" smtClean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24" y="603764"/>
            <a:ext cx="7979631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80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78" y="722968"/>
            <a:ext cx="11196603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22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44" y="603764"/>
            <a:ext cx="8228298" cy="6001588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017762" y="859875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9272038" y="860214"/>
            <a:ext cx="291996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</a:rPr>
              <a:t>법인카드 제외 </a:t>
            </a:r>
            <a:r>
              <a:rPr lang="ko-KR" altLang="en-US" sz="1500" dirty="0" smtClean="0">
                <a:solidFill>
                  <a:srgbClr val="FF0000"/>
                </a:solidFill>
              </a:rPr>
              <a:t>결제 </a:t>
            </a:r>
            <a:r>
              <a:rPr lang="ko-KR" altLang="en-US" sz="1500" dirty="0">
                <a:solidFill>
                  <a:srgbClr val="FF0000"/>
                </a:solidFill>
              </a:rPr>
              <a:t>건에 한해 </a:t>
            </a:r>
            <a:endParaRPr lang="en-US" altLang="ko-KR" sz="1500" dirty="0" smtClean="0">
              <a:solidFill>
                <a:srgbClr val="FF0000"/>
              </a:solidFill>
            </a:endParaRPr>
          </a:p>
          <a:p>
            <a:r>
              <a:rPr lang="ko-KR" altLang="en-US" sz="1500" dirty="0" smtClean="0">
                <a:solidFill>
                  <a:srgbClr val="FF0000"/>
                </a:solidFill>
              </a:rPr>
              <a:t>거래처는 </a:t>
            </a:r>
            <a:r>
              <a:rPr lang="ko-KR" altLang="en-US" sz="1500" dirty="0">
                <a:solidFill>
                  <a:srgbClr val="FF0000"/>
                </a:solidFill>
              </a:rPr>
              <a:t>무조건 </a:t>
            </a:r>
            <a:endParaRPr lang="en-US" altLang="ko-KR" sz="1500" dirty="0" smtClean="0">
              <a:solidFill>
                <a:srgbClr val="FF0000"/>
              </a:solidFill>
            </a:endParaRPr>
          </a:p>
          <a:p>
            <a:r>
              <a:rPr lang="ko-KR" altLang="en-US" sz="1500" b="1" u="sng" dirty="0" smtClean="0">
                <a:solidFill>
                  <a:srgbClr val="FF0000"/>
                </a:solidFill>
              </a:rPr>
              <a:t>기타</a:t>
            </a:r>
            <a:r>
              <a:rPr lang="en-US" altLang="ko-KR" sz="1500" b="1" u="sng" dirty="0">
                <a:solidFill>
                  <a:srgbClr val="FF0000"/>
                </a:solidFill>
              </a:rPr>
              <a:t>(</a:t>
            </a:r>
            <a:r>
              <a:rPr lang="ko-KR" altLang="en-US" sz="1500" b="1" u="sng" dirty="0" err="1">
                <a:solidFill>
                  <a:srgbClr val="FF0000"/>
                </a:solidFill>
              </a:rPr>
              <a:t>개인경비</a:t>
            </a:r>
            <a:r>
              <a:rPr lang="en-US" altLang="ko-KR" sz="1500" b="1" u="sng" dirty="0">
                <a:solidFill>
                  <a:srgbClr val="FF0000"/>
                </a:solidFill>
              </a:rPr>
              <a:t>)</a:t>
            </a:r>
            <a:r>
              <a:rPr lang="ko-KR" altLang="en-US" sz="1500" dirty="0">
                <a:solidFill>
                  <a:srgbClr val="FF0000"/>
                </a:solidFill>
              </a:rPr>
              <a:t>를 사용</a:t>
            </a:r>
            <a:endParaRPr lang="ko-KR" altLang="en-US" sz="1500" b="1" u="sng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33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월경비</a:t>
            </a:r>
            <a:r>
              <a:rPr kumimoji="0" lang="ko-KR" altLang="en-US" sz="2800" b="0" i="0" u="none" strike="noStrike" kern="1200" cap="none" spc="0" normalizeH="0" baseline="0" noProof="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지출결의서 </a:t>
            </a:r>
            <a:r>
              <a:rPr kumimoji="0" lang="ko-KR" altLang="en-US" sz="2800" b="0" i="0" u="none" strike="noStrike" kern="1200" cap="none" spc="0" normalizeH="0" baseline="0" noProof="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3D8BD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999474" y="859875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9272038" y="860214"/>
            <a:ext cx="27797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</a:rPr>
              <a:t>금액 </a:t>
            </a:r>
            <a:r>
              <a:rPr lang="ko-KR" altLang="en-US" sz="1500" dirty="0" err="1">
                <a:solidFill>
                  <a:srgbClr val="FF0000"/>
                </a:solidFill>
              </a:rPr>
              <a:t>기입시</a:t>
            </a:r>
            <a:r>
              <a:rPr lang="ko-KR" altLang="en-US" sz="1500" dirty="0">
                <a:solidFill>
                  <a:srgbClr val="FF0000"/>
                </a:solidFill>
              </a:rPr>
              <a:t> </a:t>
            </a:r>
            <a:r>
              <a:rPr lang="ko-KR" altLang="en-US" sz="1500" dirty="0" err="1">
                <a:solidFill>
                  <a:srgbClr val="FF0000"/>
                </a:solidFill>
              </a:rPr>
              <a:t>공급대가가</a:t>
            </a:r>
            <a:r>
              <a:rPr lang="ko-KR" altLang="en-US" sz="1500" dirty="0">
                <a:solidFill>
                  <a:srgbClr val="FF0000"/>
                </a:solidFill>
              </a:rPr>
              <a:t> 자동으로 </a:t>
            </a:r>
            <a:r>
              <a:rPr lang="ko-KR" altLang="en-US" sz="1500" dirty="0" smtClean="0">
                <a:solidFill>
                  <a:srgbClr val="FF0000"/>
                </a:solidFill>
              </a:rPr>
              <a:t>작성됨</a:t>
            </a:r>
            <a:endParaRPr lang="en-US" altLang="ko-KR" sz="1500" dirty="0" smtClean="0">
              <a:solidFill>
                <a:srgbClr val="FF0000"/>
              </a:solidFill>
            </a:endParaRPr>
          </a:p>
          <a:p>
            <a:r>
              <a:rPr lang="ko-KR" altLang="en-US" sz="1500" b="1" u="sng" dirty="0" err="1" smtClean="0">
                <a:solidFill>
                  <a:srgbClr val="FF0000"/>
                </a:solidFill>
              </a:rPr>
              <a:t>개인카드</a:t>
            </a:r>
            <a:r>
              <a:rPr lang="ko-KR" altLang="en-US" sz="1500" b="1" u="sng" dirty="0" smtClean="0">
                <a:solidFill>
                  <a:srgbClr val="FF0000"/>
                </a:solidFill>
              </a:rPr>
              <a:t> </a:t>
            </a:r>
            <a:r>
              <a:rPr lang="ko-KR" altLang="en-US" sz="1500" b="1" u="sng" dirty="0" err="1">
                <a:solidFill>
                  <a:srgbClr val="FF0000"/>
                </a:solidFill>
              </a:rPr>
              <a:t>사용분일</a:t>
            </a:r>
            <a:r>
              <a:rPr lang="ko-KR" altLang="en-US" sz="1500" b="1" u="sng" dirty="0">
                <a:solidFill>
                  <a:srgbClr val="FF0000"/>
                </a:solidFill>
              </a:rPr>
              <a:t> </a:t>
            </a:r>
            <a:r>
              <a:rPr lang="ko-KR" altLang="en-US" sz="1500" b="1" u="sng" dirty="0" smtClean="0">
                <a:solidFill>
                  <a:srgbClr val="FF0000"/>
                </a:solidFill>
              </a:rPr>
              <a:t>경우</a:t>
            </a:r>
            <a:r>
              <a:rPr lang="en-US" altLang="ko-KR" sz="1500" b="1" u="sng" dirty="0" smtClean="0">
                <a:solidFill>
                  <a:srgbClr val="FF0000"/>
                </a:solidFill>
              </a:rPr>
              <a:t>,</a:t>
            </a:r>
            <a:r>
              <a:rPr lang="ko-KR" altLang="en-US" sz="1500" b="1" u="sng" dirty="0" smtClean="0">
                <a:solidFill>
                  <a:srgbClr val="FF0000"/>
                </a:solidFill>
              </a:rPr>
              <a:t> </a:t>
            </a:r>
            <a:endParaRPr lang="en-US" altLang="ko-KR" sz="1500" b="1" u="sng" dirty="0" smtClean="0">
              <a:solidFill>
                <a:srgbClr val="FF0000"/>
              </a:solidFill>
            </a:endParaRPr>
          </a:p>
          <a:p>
            <a:r>
              <a:rPr lang="ko-KR" altLang="en-US" sz="1500" b="1" u="sng" dirty="0" smtClean="0">
                <a:solidFill>
                  <a:srgbClr val="FF0000"/>
                </a:solidFill>
              </a:rPr>
              <a:t>부가세</a:t>
            </a:r>
            <a:r>
              <a:rPr lang="en-US" altLang="ko-KR" sz="1500" b="1" u="sng" dirty="0">
                <a:solidFill>
                  <a:srgbClr val="FF0000"/>
                </a:solidFill>
              </a:rPr>
              <a:t>=</a:t>
            </a:r>
            <a:r>
              <a:rPr lang="en-US" altLang="ko-KR" sz="1500" b="1" u="sng" dirty="0" smtClean="0">
                <a:solidFill>
                  <a:srgbClr val="FF0000"/>
                </a:solidFill>
              </a:rPr>
              <a:t>0</a:t>
            </a:r>
            <a:r>
              <a:rPr lang="ko-KR" altLang="en-US" sz="1500" b="1" u="sng" dirty="0" smtClean="0">
                <a:solidFill>
                  <a:srgbClr val="FF0000"/>
                </a:solidFill>
              </a:rPr>
              <a:t>으로 나와야 함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85" y="477930"/>
            <a:ext cx="8092429" cy="638006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299471" y="2621872"/>
            <a:ext cx="3067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5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통신비 명세서는 </a:t>
            </a:r>
            <a:endParaRPr lang="en-US" altLang="ko-KR" sz="1500" dirty="0" smtClean="0">
              <a:solidFill>
                <a:srgbClr val="FF0000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lvl="0"/>
            <a:r>
              <a:rPr lang="ko-KR" altLang="en-US" sz="1500" b="1" u="sng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상신 페이지</a:t>
            </a:r>
            <a:r>
              <a:rPr lang="ko-KR" altLang="en-US" sz="15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에서 </a:t>
            </a:r>
            <a:r>
              <a:rPr lang="ko-KR" altLang="en-US" sz="1500" dirty="0" err="1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첨부할것</a:t>
            </a:r>
            <a:r>
              <a:rPr lang="en-US" altLang="ko-KR" sz="15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!!</a:t>
            </a:r>
            <a:endParaRPr kumimoji="0" lang="ko-KR" altLang="en-US" sz="15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040507" y="2639907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96162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74100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*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80600" y="722968"/>
            <a:ext cx="29190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수정이 필요한 경우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srgbClr val="FF0000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lvl="0">
              <a:defRPr/>
            </a:pPr>
            <a:r>
              <a:rPr lang="ko-KR" altLang="en-US" sz="1400" dirty="0" err="1">
                <a:solidFill>
                  <a:srgbClr val="FF0000"/>
                </a:solidFill>
              </a:rPr>
              <a:t>항목정보</a:t>
            </a:r>
            <a:r>
              <a:rPr lang="ko-KR" altLang="en-US" sz="1400" dirty="0">
                <a:solidFill>
                  <a:srgbClr val="FF0000"/>
                </a:solidFill>
              </a:rPr>
              <a:t> 중 수정이 필요한 라인을 </a:t>
            </a:r>
            <a:r>
              <a:rPr lang="ko-KR" altLang="en-US" sz="1400" dirty="0" smtClean="0">
                <a:solidFill>
                  <a:srgbClr val="FF0000"/>
                </a:solidFill>
              </a:rPr>
              <a:t>더블클릭 후 수정</a:t>
            </a:r>
            <a:endParaRPr kumimoji="0" lang="ko-KR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월경비</a:t>
            </a:r>
            <a:r>
              <a:rPr kumimoji="0" lang="ko-KR" altLang="en-US" sz="2800" b="0" i="0" u="none" strike="noStrike" kern="1200" cap="none" spc="0" normalizeH="0" baseline="0" noProof="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지출결의서 </a:t>
            </a:r>
            <a:r>
              <a:rPr kumimoji="0" lang="ko-KR" altLang="en-US" sz="2800" b="0" i="0" u="none" strike="noStrike" kern="1200" cap="none" spc="0" normalizeH="0" baseline="0" noProof="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3D8BD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24" y="722968"/>
            <a:ext cx="8178120" cy="600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8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74100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80600" y="722968"/>
            <a:ext cx="29190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결제 라인 설정 필요</a:t>
            </a:r>
            <a:endParaRPr kumimoji="0" lang="en-US" altLang="ko-KR" sz="1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기술</a:t>
            </a:r>
            <a:r>
              <a:rPr lang="en-US" altLang="ko-KR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) </a:t>
            </a: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작성자 </a:t>
            </a:r>
            <a:r>
              <a:rPr lang="en-US" altLang="ko-KR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– </a:t>
            </a: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팀장</a:t>
            </a:r>
            <a:endParaRPr lang="en-US" altLang="ko-KR" sz="1400" dirty="0" smtClean="0">
              <a:solidFill>
                <a:srgbClr val="FF0000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lvl="0"/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영업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) </a:t>
            </a:r>
            <a:r>
              <a:rPr lang="ko-KR" altLang="en-US" sz="1400" dirty="0">
                <a:solidFill>
                  <a:srgbClr val="FF0000"/>
                </a:solidFill>
              </a:rPr>
              <a:t>작성자 </a:t>
            </a:r>
            <a:r>
              <a:rPr lang="en-US" altLang="ko-KR" sz="1400" dirty="0">
                <a:solidFill>
                  <a:srgbClr val="FF0000"/>
                </a:solidFill>
              </a:rPr>
              <a:t>– </a:t>
            </a:r>
            <a:r>
              <a:rPr lang="ko-KR" altLang="en-US" sz="1400" dirty="0" smtClean="0">
                <a:solidFill>
                  <a:srgbClr val="FF0000"/>
                </a:solidFill>
              </a:rPr>
              <a:t>팀장 </a:t>
            </a:r>
            <a:r>
              <a:rPr lang="en-US" altLang="ko-KR" sz="1400" dirty="0" smtClean="0">
                <a:solidFill>
                  <a:srgbClr val="FF0000"/>
                </a:solidFill>
              </a:rPr>
              <a:t>– </a:t>
            </a:r>
            <a:r>
              <a:rPr lang="ko-KR" altLang="en-US" sz="1400" dirty="0" smtClean="0">
                <a:solidFill>
                  <a:srgbClr val="FF0000"/>
                </a:solidFill>
              </a:rPr>
              <a:t>본부장</a:t>
            </a:r>
            <a:endParaRPr kumimoji="0" lang="ko-KR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월경비</a:t>
            </a:r>
            <a:r>
              <a:rPr kumimoji="0" lang="ko-KR" altLang="en-US" sz="2800" b="0" i="0" u="none" strike="noStrike" kern="1200" cap="none" spc="0" normalizeH="0" baseline="0" noProof="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지출결의서 </a:t>
            </a:r>
            <a:r>
              <a:rPr kumimoji="0" lang="ko-KR" altLang="en-US" sz="2800" b="0" i="0" u="none" strike="noStrike" kern="1200" cap="none" spc="0" normalizeH="0" baseline="0" noProof="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3D8BD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/>
          <a:srcRect l="992" t="2405" r="2636" b="3523"/>
          <a:stretch/>
        </p:blipFill>
        <p:spPr>
          <a:xfrm>
            <a:off x="720604" y="551162"/>
            <a:ext cx="8057636" cy="619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9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74100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80600" y="722968"/>
            <a:ext cx="2919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합의 재경부 </a:t>
            </a:r>
            <a:r>
              <a:rPr lang="ko-KR" altLang="en-US" sz="1400" dirty="0" smtClean="0">
                <a:solidFill>
                  <a:srgbClr val="0E6FC6"/>
                </a:solidFill>
                <a:latin typeface="맑은 고딕" panose="020F0502020204030204"/>
                <a:ea typeface="맑은 고딕" panose="020B0503020000020004" pitchFamily="50" charset="-127"/>
              </a:rPr>
              <a:t>이지은 필수 선택</a:t>
            </a: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  </a:t>
            </a:r>
            <a:endParaRPr kumimoji="0" lang="ko-KR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rgbClr val="0E6FC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월경비</a:t>
            </a:r>
            <a:r>
              <a:rPr kumimoji="0" lang="ko-KR" altLang="en-US" sz="2800" b="0" i="0" u="none" strike="noStrike" kern="1200" cap="none" spc="0" normalizeH="0" baseline="0" noProof="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지출결의서 </a:t>
            </a:r>
            <a:r>
              <a:rPr kumimoji="0" lang="ko-KR" altLang="en-US" sz="2800" b="0" i="0" u="none" strike="noStrike" kern="1200" cap="none" spc="0" normalizeH="0" baseline="0" noProof="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3D8BD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21" y="722969"/>
            <a:ext cx="7330870" cy="593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3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695944" y="772212"/>
            <a:ext cx="24245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52845" y="722968"/>
            <a:ext cx="2919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경비 제목 </a:t>
            </a:r>
            <a:r>
              <a:rPr lang="en-US" altLang="ko-KR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: N</a:t>
            </a: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월 경비 </a:t>
            </a:r>
            <a:r>
              <a:rPr lang="en-US" altLang="ko-KR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– OOO(</a:t>
            </a: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이름</a:t>
            </a:r>
            <a:r>
              <a:rPr lang="en-US" altLang="ko-KR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E6FC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e.g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E6FC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) 4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E6FC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월 경비 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E6FC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- 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E6FC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이지은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월경비</a:t>
            </a:r>
            <a:r>
              <a:rPr kumimoji="0" lang="ko-KR" altLang="en-US" sz="2800" b="0" i="0" u="none" strike="noStrike" kern="1200" cap="none" spc="0" normalizeH="0" baseline="0" noProof="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지출결의서 </a:t>
            </a:r>
            <a:r>
              <a:rPr kumimoji="0" lang="ko-KR" altLang="en-US" sz="2800" b="0" i="0" u="none" strike="noStrike" kern="1200" cap="none" spc="0" normalizeH="0" baseline="0" noProof="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3D8BD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47542" y="1899496"/>
            <a:ext cx="326884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500" dirty="0">
                <a:solidFill>
                  <a:srgbClr val="FF0000"/>
                </a:solidFill>
              </a:rPr>
              <a:t>통신비 </a:t>
            </a:r>
            <a:r>
              <a:rPr lang="ko-KR" altLang="en-US" sz="1500" dirty="0" err="1">
                <a:solidFill>
                  <a:srgbClr val="FF0000"/>
                </a:solidFill>
              </a:rPr>
              <a:t>청구시</a:t>
            </a:r>
            <a:r>
              <a:rPr lang="ko-KR" altLang="en-US" sz="1500" dirty="0">
                <a:solidFill>
                  <a:srgbClr val="FF0000"/>
                </a:solidFill>
              </a:rPr>
              <a:t> </a:t>
            </a:r>
            <a:r>
              <a:rPr lang="ko-KR" altLang="en-US" sz="1500" dirty="0" err="1" smtClean="0">
                <a:solidFill>
                  <a:srgbClr val="FF0000"/>
                </a:solidFill>
              </a:rPr>
              <a:t>상세내역이</a:t>
            </a:r>
            <a:r>
              <a:rPr lang="ko-KR" altLang="en-US" sz="1500" dirty="0" smtClean="0">
                <a:solidFill>
                  <a:srgbClr val="FF0000"/>
                </a:solidFill>
              </a:rPr>
              <a:t> 나오는 통신비 </a:t>
            </a:r>
            <a:r>
              <a:rPr lang="ko-KR" altLang="en-US" sz="1500" dirty="0">
                <a:solidFill>
                  <a:srgbClr val="FF0000"/>
                </a:solidFill>
              </a:rPr>
              <a:t>청구서 </a:t>
            </a:r>
            <a:r>
              <a:rPr lang="ko-KR" altLang="en-US" sz="1500" dirty="0" smtClean="0">
                <a:solidFill>
                  <a:srgbClr val="FF0000"/>
                </a:solidFill>
              </a:rPr>
              <a:t>첨부</a:t>
            </a:r>
            <a:endParaRPr lang="en-US" altLang="ko-KR" sz="1500" dirty="0" smtClean="0">
              <a:solidFill>
                <a:srgbClr val="FF0000"/>
              </a:solidFill>
            </a:endParaRPr>
          </a:p>
          <a:p>
            <a:pPr lvl="0"/>
            <a:r>
              <a:rPr lang="en-US" altLang="ko-KR" sz="1600" b="1" u="sng" dirty="0">
                <a:solidFill>
                  <a:srgbClr val="FF0000"/>
                </a:solidFill>
              </a:rPr>
              <a:t>(</a:t>
            </a:r>
            <a:r>
              <a:rPr lang="ko-KR" altLang="en-US" sz="1600" b="1" u="sng" dirty="0">
                <a:solidFill>
                  <a:srgbClr val="FF0000"/>
                </a:solidFill>
              </a:rPr>
              <a:t>통신비 납부 카드영수증 올리지 </a:t>
            </a:r>
            <a:r>
              <a:rPr lang="ko-KR" altLang="en-US" sz="1600" b="1" u="sng" dirty="0" err="1">
                <a:solidFill>
                  <a:srgbClr val="FF0000"/>
                </a:solidFill>
              </a:rPr>
              <a:t>말것</a:t>
            </a:r>
            <a:r>
              <a:rPr lang="en-US" altLang="ko-KR" sz="1600" b="1" u="sng" dirty="0">
                <a:solidFill>
                  <a:srgbClr val="FF0000"/>
                </a:solidFill>
              </a:rPr>
              <a:t>)</a:t>
            </a:r>
            <a:endParaRPr kumimoji="0" lang="ko-KR" altLang="en-US" sz="1600" b="1" i="0" u="sng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695944" y="1908640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813407" y="745288"/>
            <a:ext cx="7868090" cy="5885682"/>
            <a:chOff x="813407" y="745288"/>
            <a:chExt cx="6639816" cy="5885682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3407" y="745288"/>
              <a:ext cx="6639816" cy="581253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5"/>
            <a:srcRect t="8376"/>
            <a:stretch/>
          </p:blipFill>
          <p:spPr>
            <a:xfrm>
              <a:off x="1711849" y="5094778"/>
              <a:ext cx="4652375" cy="1536192"/>
            </a:xfrm>
            <a:prstGeom prst="rect">
              <a:avLst/>
            </a:prstGeom>
          </p:spPr>
        </p:pic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695944" y="3118592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3</a:t>
            </a:r>
            <a:endParaRPr lang="ko-KR" altLang="en-US" sz="16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8978210" y="3118592"/>
            <a:ext cx="326884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500" dirty="0" smtClean="0">
                <a:solidFill>
                  <a:srgbClr val="FF0000"/>
                </a:solidFill>
              </a:rPr>
              <a:t>유류사용명세서</a:t>
            </a:r>
            <a:r>
              <a:rPr lang="en-US" altLang="ko-KR" sz="1500" dirty="0" smtClean="0">
                <a:solidFill>
                  <a:srgbClr val="FF0000"/>
                </a:solidFill>
              </a:rPr>
              <a:t>, </a:t>
            </a:r>
            <a:r>
              <a:rPr lang="ko-KR" altLang="en-US" sz="1500" dirty="0" smtClean="0">
                <a:solidFill>
                  <a:srgbClr val="FF0000"/>
                </a:solidFill>
              </a:rPr>
              <a:t>대중교통이용명세서</a:t>
            </a:r>
            <a:r>
              <a:rPr lang="en-US" altLang="ko-KR" sz="1500" dirty="0">
                <a:solidFill>
                  <a:srgbClr val="FF0000"/>
                </a:solidFill>
              </a:rPr>
              <a:t> </a:t>
            </a:r>
            <a:r>
              <a:rPr lang="ko-KR" altLang="en-US" sz="1500" dirty="0" smtClean="0">
                <a:solidFill>
                  <a:srgbClr val="FF0000"/>
                </a:solidFill>
              </a:rPr>
              <a:t>등 </a:t>
            </a:r>
            <a:r>
              <a:rPr lang="ko-KR" altLang="en-US" sz="1500" dirty="0" err="1" smtClean="0">
                <a:solidFill>
                  <a:srgbClr val="FF0000"/>
                </a:solidFill>
              </a:rPr>
              <a:t>개인경비</a:t>
            </a:r>
            <a:r>
              <a:rPr lang="ko-KR" altLang="en-US" sz="1500" dirty="0" smtClean="0">
                <a:solidFill>
                  <a:srgbClr val="FF0000"/>
                </a:solidFill>
              </a:rPr>
              <a:t> </a:t>
            </a:r>
            <a:r>
              <a:rPr lang="ko-KR" altLang="en-US" sz="1500" dirty="0" err="1" smtClean="0">
                <a:solidFill>
                  <a:srgbClr val="FF0000"/>
                </a:solidFill>
              </a:rPr>
              <a:t>필요서류</a:t>
            </a:r>
            <a:r>
              <a:rPr lang="ko-KR" altLang="en-US" sz="1500" dirty="0" smtClean="0">
                <a:solidFill>
                  <a:srgbClr val="FF0000"/>
                </a:solidFill>
              </a:rPr>
              <a:t> </a:t>
            </a:r>
            <a:r>
              <a:rPr lang="ko-KR" altLang="en-US" sz="1500" dirty="0" err="1" smtClean="0">
                <a:solidFill>
                  <a:srgbClr val="FF0000"/>
                </a:solidFill>
              </a:rPr>
              <a:t>작성후</a:t>
            </a:r>
            <a:r>
              <a:rPr lang="ko-KR" altLang="en-US" sz="1500" dirty="0" smtClean="0">
                <a:solidFill>
                  <a:srgbClr val="FF0000"/>
                </a:solidFill>
              </a:rPr>
              <a:t> </a:t>
            </a:r>
            <a:r>
              <a:rPr lang="en-US" altLang="ko-KR" sz="1500" dirty="0" smtClean="0">
                <a:solidFill>
                  <a:srgbClr val="FF0000"/>
                </a:solidFill>
              </a:rPr>
              <a:t>PDF </a:t>
            </a:r>
            <a:r>
              <a:rPr lang="ko-KR" altLang="en-US" sz="1500" dirty="0" smtClean="0">
                <a:solidFill>
                  <a:srgbClr val="FF0000"/>
                </a:solidFill>
              </a:rPr>
              <a:t>파일로 업로드</a:t>
            </a:r>
            <a:endParaRPr kumimoji="0" lang="ko-KR" altLang="en-US" sz="1600" b="1" i="0" u="sng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180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4594</TotalTime>
  <Words>268</Words>
  <Application>Microsoft Office PowerPoint</Application>
  <PresentationFormat>와이드스크린</PresentationFormat>
  <Paragraphs>72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</dc:title>
  <dc:creator>misojiin</dc:creator>
  <cp:lastModifiedBy>김인정</cp:lastModifiedBy>
  <cp:revision>951</cp:revision>
  <cp:lastPrinted>2021-03-03T05:15:34Z</cp:lastPrinted>
  <dcterms:created xsi:type="dcterms:W3CDTF">2017-11-15T03:54:21Z</dcterms:created>
  <dcterms:modified xsi:type="dcterms:W3CDTF">2021-04-23T06:41:42Z</dcterms:modified>
</cp:coreProperties>
</file>