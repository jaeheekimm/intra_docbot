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304" r:id="rId3"/>
    <p:sldId id="313" r:id="rId4"/>
    <p:sldId id="320" r:id="rId5"/>
    <p:sldId id="321" r:id="rId6"/>
    <p:sldId id="322" r:id="rId7"/>
    <p:sldId id="323" r:id="rId8"/>
    <p:sldId id="324" r:id="rId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FC6"/>
    <a:srgbClr val="C3C7CE"/>
    <a:srgbClr val="30D1B7"/>
    <a:srgbClr val="43E183"/>
    <a:srgbClr val="FBDC23"/>
    <a:srgbClr val="FFC000"/>
    <a:srgbClr val="24DC6E"/>
    <a:srgbClr val="2CD4A6"/>
    <a:srgbClr val="FDEC87"/>
    <a:srgbClr val="40B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5" autoAdjust="0"/>
    <p:restoredTop sz="90554" autoAdjust="0"/>
  </p:normalViewPr>
  <p:slideViewPr>
    <p:cSldViewPr snapToGrid="0">
      <p:cViewPr varScale="1">
        <p:scale>
          <a:sx n="104" d="100"/>
          <a:sy n="104" d="100"/>
        </p:scale>
        <p:origin x="2682" y="10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희재" userId="5f137378-fb9e-4efa-89ca-3d5ddf85b964" providerId="ADAL" clId="{670A3107-CC4E-4DBE-855E-71F6E8911ED4}"/>
    <pc:docChg chg="custSel addSld delSld modSld">
      <pc:chgData name="강희재" userId="5f137378-fb9e-4efa-89ca-3d5ddf85b964" providerId="ADAL" clId="{670A3107-CC4E-4DBE-855E-71F6E8911ED4}" dt="2021-02-01T05:37:22.030" v="357" actId="20577"/>
      <pc:docMkLst>
        <pc:docMk/>
      </pc:docMkLst>
      <pc:sldChg chg="del">
        <pc:chgData name="강희재" userId="5f137378-fb9e-4efa-89ca-3d5ddf85b964" providerId="ADAL" clId="{670A3107-CC4E-4DBE-855E-71F6E8911ED4}" dt="2021-02-01T05:37:07.427" v="337" actId="47"/>
        <pc:sldMkLst>
          <pc:docMk/>
          <pc:sldMk cId="1152526190" sldId="306"/>
        </pc:sldMkLst>
      </pc:sldChg>
      <pc:sldChg chg="del">
        <pc:chgData name="강희재" userId="5f137378-fb9e-4efa-89ca-3d5ddf85b964" providerId="ADAL" clId="{670A3107-CC4E-4DBE-855E-71F6E8911ED4}" dt="2021-02-01T05:34:03.477" v="270" actId="47"/>
        <pc:sldMkLst>
          <pc:docMk/>
          <pc:sldMk cId="3267967954" sldId="307"/>
        </pc:sldMkLst>
      </pc:sldChg>
      <pc:sldChg chg="del">
        <pc:chgData name="강희재" userId="5f137378-fb9e-4efa-89ca-3d5ddf85b964" providerId="ADAL" clId="{670A3107-CC4E-4DBE-855E-71F6E8911ED4}" dt="2021-02-01T05:30:34.457" v="26" actId="47"/>
        <pc:sldMkLst>
          <pc:docMk/>
          <pc:sldMk cId="1878539657" sldId="308"/>
        </pc:sldMkLst>
      </pc:sldChg>
      <pc:sldChg chg="del">
        <pc:chgData name="강희재" userId="5f137378-fb9e-4efa-89ca-3d5ddf85b964" providerId="ADAL" clId="{670A3107-CC4E-4DBE-855E-71F6E8911ED4}" dt="2021-02-01T05:30:17.257" v="24" actId="47"/>
        <pc:sldMkLst>
          <pc:docMk/>
          <pc:sldMk cId="2365907134" sldId="309"/>
        </pc:sldMkLst>
      </pc:sldChg>
      <pc:sldChg chg="modSp mod">
        <pc:chgData name="강희재" userId="5f137378-fb9e-4efa-89ca-3d5ddf85b964" providerId="ADAL" clId="{670A3107-CC4E-4DBE-855E-71F6E8911ED4}" dt="2021-02-01T05:33:40.911" v="264" actId="404"/>
        <pc:sldMkLst>
          <pc:docMk/>
          <pc:sldMk cId="550299942" sldId="310"/>
        </pc:sldMkLst>
        <pc:spChg chg="mod">
          <ac:chgData name="강희재" userId="5f137378-fb9e-4efa-89ca-3d5ddf85b964" providerId="ADAL" clId="{670A3107-CC4E-4DBE-855E-71F6E8911ED4}" dt="2021-02-01T05:33:40.911" v="264" actId="404"/>
          <ac:spMkLst>
            <pc:docMk/>
            <pc:sldMk cId="550299942" sldId="310"/>
            <ac:spMk id="29" creationId="{F09AF341-2E0D-44D2-95BA-CFA025910D9E}"/>
          </ac:spMkLst>
        </pc:spChg>
      </pc:sldChg>
      <pc:sldChg chg="addSp delSp modSp mod">
        <pc:chgData name="강희재" userId="5f137378-fb9e-4efa-89ca-3d5ddf85b964" providerId="ADAL" clId="{670A3107-CC4E-4DBE-855E-71F6E8911ED4}" dt="2021-02-01T05:33:31.613" v="263" actId="404"/>
        <pc:sldMkLst>
          <pc:docMk/>
          <pc:sldMk cId="2747845619" sldId="311"/>
        </pc:sldMkLst>
        <pc:spChg chg="mod">
          <ac:chgData name="강희재" userId="5f137378-fb9e-4efa-89ca-3d5ddf85b964" providerId="ADAL" clId="{670A3107-CC4E-4DBE-855E-71F6E8911ED4}" dt="2021-02-01T05:33:31.613" v="263" actId="404"/>
          <ac:spMkLst>
            <pc:docMk/>
            <pc:sldMk cId="2747845619" sldId="311"/>
            <ac:spMk id="14" creationId="{523B1517-9F72-4EFA-AC15-C16BA373338C}"/>
          </ac:spMkLst>
        </pc:spChg>
        <pc:spChg chg="mod">
          <ac:chgData name="강희재" userId="5f137378-fb9e-4efa-89ca-3d5ddf85b964" providerId="ADAL" clId="{670A3107-CC4E-4DBE-855E-71F6E8911ED4}" dt="2021-02-01T05:10:10.681" v="10" actId="14100"/>
          <ac:spMkLst>
            <pc:docMk/>
            <pc:sldMk cId="2747845619" sldId="311"/>
            <ac:spMk id="17" creationId="{0B861322-B5F2-44DA-809B-525FE027E684}"/>
          </ac:spMkLst>
        </pc:spChg>
        <pc:spChg chg="del">
          <ac:chgData name="강희재" userId="5f137378-fb9e-4efa-89ca-3d5ddf85b964" providerId="ADAL" clId="{670A3107-CC4E-4DBE-855E-71F6E8911ED4}" dt="2021-02-01T05:30:03.239" v="22" actId="478"/>
          <ac:spMkLst>
            <pc:docMk/>
            <pc:sldMk cId="2747845619" sldId="311"/>
            <ac:spMk id="20" creationId="{B8DDE902-111D-4767-AD7A-55410EDE26DE}"/>
          </ac:spMkLst>
        </pc:spChg>
        <pc:spChg chg="mod">
          <ac:chgData name="강희재" userId="5f137378-fb9e-4efa-89ca-3d5ddf85b964" providerId="ADAL" clId="{670A3107-CC4E-4DBE-855E-71F6E8911ED4}" dt="2021-02-01T05:30:01.566" v="21" actId="14100"/>
          <ac:spMkLst>
            <pc:docMk/>
            <pc:sldMk cId="2747845619" sldId="311"/>
            <ac:spMk id="21" creationId="{AB782E37-24C0-4FE5-B274-C014065F91A1}"/>
          </ac:spMkLst>
        </pc:spChg>
        <pc:spChg chg="mod">
          <ac:chgData name="강희재" userId="5f137378-fb9e-4efa-89ca-3d5ddf85b964" providerId="ADAL" clId="{670A3107-CC4E-4DBE-855E-71F6E8911ED4}" dt="2021-02-01T05:30:30.369" v="25"/>
          <ac:spMkLst>
            <pc:docMk/>
            <pc:sldMk cId="2747845619" sldId="311"/>
            <ac:spMk id="29" creationId="{F09AF341-2E0D-44D2-95BA-CFA025910D9E}"/>
          </ac:spMkLst>
        </pc:spChg>
        <pc:picChg chg="del">
          <ac:chgData name="강희재" userId="5f137378-fb9e-4efa-89ca-3d5ddf85b964" providerId="ADAL" clId="{670A3107-CC4E-4DBE-855E-71F6E8911ED4}" dt="2021-02-01T05:10:04.754" v="8" actId="478"/>
          <ac:picMkLst>
            <pc:docMk/>
            <pc:sldMk cId="2747845619" sldId="311"/>
            <ac:picMk id="5" creationId="{571469B1-168F-4446-837F-55A74E2C5E0C}"/>
          </ac:picMkLst>
        </pc:picChg>
        <pc:picChg chg="del">
          <ac:chgData name="강희재" userId="5f137378-fb9e-4efa-89ca-3d5ddf85b964" providerId="ADAL" clId="{670A3107-CC4E-4DBE-855E-71F6E8911ED4}" dt="2021-02-01T05:29:45.324" v="19" actId="478"/>
          <ac:picMkLst>
            <pc:docMk/>
            <pc:sldMk cId="2747845619" sldId="311"/>
            <ac:picMk id="9" creationId="{1EA4E325-09DD-425B-B869-173E4CC4B0EC}"/>
          </ac:picMkLst>
        </pc:picChg>
        <pc:picChg chg="add mod ord">
          <ac:chgData name="강희재" userId="5f137378-fb9e-4efa-89ca-3d5ddf85b964" providerId="ADAL" clId="{670A3107-CC4E-4DBE-855E-71F6E8911ED4}" dt="2021-02-01T05:10:03.053" v="7" actId="167"/>
          <ac:picMkLst>
            <pc:docMk/>
            <pc:sldMk cId="2747845619" sldId="311"/>
            <ac:picMk id="22" creationId="{90DB8A2C-E0D2-479D-B423-4F000892CCEA}"/>
          </ac:picMkLst>
        </pc:picChg>
        <pc:picChg chg="add mod ord">
          <ac:chgData name="강희재" userId="5f137378-fb9e-4efa-89ca-3d5ddf85b964" providerId="ADAL" clId="{670A3107-CC4E-4DBE-855E-71F6E8911ED4}" dt="2021-02-01T05:30:04.341" v="23" actId="167"/>
          <ac:picMkLst>
            <pc:docMk/>
            <pc:sldMk cId="2747845619" sldId="311"/>
            <ac:picMk id="24" creationId="{4A54D2B1-4469-47C0-9A56-2CD5AB3E02D9}"/>
          </ac:picMkLst>
        </pc:picChg>
      </pc:sldChg>
      <pc:sldChg chg="addSp delSp modSp add mod">
        <pc:chgData name="강희재" userId="5f137378-fb9e-4efa-89ca-3d5ddf85b964" providerId="ADAL" clId="{670A3107-CC4E-4DBE-855E-71F6E8911ED4}" dt="2021-02-01T05:33:57.801" v="269" actId="20577"/>
        <pc:sldMkLst>
          <pc:docMk/>
          <pc:sldMk cId="3754260212" sldId="312"/>
        </pc:sldMkLst>
        <pc:spChg chg="mod">
          <ac:chgData name="강희재" userId="5f137378-fb9e-4efa-89ca-3d5ddf85b964" providerId="ADAL" clId="{670A3107-CC4E-4DBE-855E-71F6E8911ED4}" dt="2021-02-01T05:32:10.902" v="62"/>
          <ac:spMkLst>
            <pc:docMk/>
            <pc:sldMk cId="3754260212" sldId="312"/>
            <ac:spMk id="14" creationId="{523B1517-9F72-4EFA-AC15-C16BA373338C}"/>
          </ac:spMkLst>
        </pc:spChg>
        <pc:spChg chg="del">
          <ac:chgData name="강희재" userId="5f137378-fb9e-4efa-89ca-3d5ddf85b964" providerId="ADAL" clId="{670A3107-CC4E-4DBE-855E-71F6E8911ED4}" dt="2021-02-01T05:31:28.931" v="37" actId="478"/>
          <ac:spMkLst>
            <pc:docMk/>
            <pc:sldMk cId="3754260212" sldId="312"/>
            <ac:spMk id="17" creationId="{0B861322-B5F2-44DA-809B-525FE027E684}"/>
          </ac:spMkLst>
        </pc:spChg>
        <pc:spChg chg="mod">
          <ac:chgData name="강희재" userId="5f137378-fb9e-4efa-89ca-3d5ddf85b964" providerId="ADAL" clId="{670A3107-CC4E-4DBE-855E-71F6E8911ED4}" dt="2021-02-01T05:32:01.537" v="50" actId="14100"/>
          <ac:spMkLst>
            <pc:docMk/>
            <pc:sldMk cId="3754260212" sldId="312"/>
            <ac:spMk id="21" creationId="{AB782E37-24C0-4FE5-B274-C014065F91A1}"/>
          </ac:spMkLst>
        </pc:spChg>
        <pc:spChg chg="mod">
          <ac:chgData name="강희재" userId="5f137378-fb9e-4efa-89ca-3d5ddf85b964" providerId="ADAL" clId="{670A3107-CC4E-4DBE-855E-71F6E8911ED4}" dt="2021-02-01T05:33:57.801" v="269" actId="20577"/>
          <ac:spMkLst>
            <pc:docMk/>
            <pc:sldMk cId="3754260212" sldId="312"/>
            <ac:spMk id="29" creationId="{F09AF341-2E0D-44D2-95BA-CFA025910D9E}"/>
          </ac:spMkLst>
        </pc:spChg>
        <pc:picChg chg="del">
          <ac:chgData name="강희재" userId="5f137378-fb9e-4efa-89ca-3d5ddf85b964" providerId="ADAL" clId="{670A3107-CC4E-4DBE-855E-71F6E8911ED4}" dt="2021-02-01T05:31:25.992" v="36" actId="478"/>
          <ac:picMkLst>
            <pc:docMk/>
            <pc:sldMk cId="3754260212" sldId="312"/>
            <ac:picMk id="22" creationId="{90DB8A2C-E0D2-479D-B423-4F000892CCEA}"/>
          </ac:picMkLst>
        </pc:picChg>
        <pc:picChg chg="del">
          <ac:chgData name="강희재" userId="5f137378-fb9e-4efa-89ca-3d5ddf85b964" providerId="ADAL" clId="{670A3107-CC4E-4DBE-855E-71F6E8911ED4}" dt="2021-02-01T05:31:52.225" v="47" actId="478"/>
          <ac:picMkLst>
            <pc:docMk/>
            <pc:sldMk cId="3754260212" sldId="312"/>
            <ac:picMk id="24" creationId="{4A54D2B1-4469-47C0-9A56-2CD5AB3E02D9}"/>
          </ac:picMkLst>
        </pc:picChg>
        <pc:picChg chg="add mod ord">
          <ac:chgData name="강희재" userId="5f137378-fb9e-4efa-89ca-3d5ddf85b964" providerId="ADAL" clId="{670A3107-CC4E-4DBE-855E-71F6E8911ED4}" dt="2021-02-01T05:31:53.702" v="48" actId="167"/>
          <ac:picMkLst>
            <pc:docMk/>
            <pc:sldMk cId="3754260212" sldId="312"/>
            <ac:picMk id="25" creationId="{787237D0-F85A-428D-A359-CA1631AD4B5A}"/>
          </ac:picMkLst>
        </pc:picChg>
        <pc:picChg chg="add mod ord">
          <ac:chgData name="강희재" userId="5f137378-fb9e-4efa-89ca-3d5ddf85b964" providerId="ADAL" clId="{670A3107-CC4E-4DBE-855E-71F6E8911ED4}" dt="2021-02-01T05:31:50.980" v="46" actId="167"/>
          <ac:picMkLst>
            <pc:docMk/>
            <pc:sldMk cId="3754260212" sldId="312"/>
            <ac:picMk id="26" creationId="{4EEA05F8-6F52-4EBB-8CB7-3DC1166E1C89}"/>
          </ac:picMkLst>
        </pc:picChg>
      </pc:sldChg>
      <pc:sldChg chg="addSp delSp modSp add mod">
        <pc:chgData name="강희재" userId="5f137378-fb9e-4efa-89ca-3d5ddf85b964" providerId="ADAL" clId="{670A3107-CC4E-4DBE-855E-71F6E8911ED4}" dt="2021-02-01T05:37:22.030" v="357" actId="20577"/>
        <pc:sldMkLst>
          <pc:docMk/>
          <pc:sldMk cId="3699712288" sldId="313"/>
        </pc:sldMkLst>
        <pc:spChg chg="mod">
          <ac:chgData name="강희재" userId="5f137378-fb9e-4efa-89ca-3d5ddf85b964" providerId="ADAL" clId="{670A3107-CC4E-4DBE-855E-71F6E8911ED4}" dt="2021-02-01T05:36:36.372" v="293"/>
          <ac:spMkLst>
            <pc:docMk/>
            <pc:sldMk cId="3699712288" sldId="313"/>
            <ac:spMk id="14" creationId="{523B1517-9F72-4EFA-AC15-C16BA373338C}"/>
          </ac:spMkLst>
        </pc:spChg>
        <pc:spChg chg="mod">
          <ac:chgData name="강희재" userId="5f137378-fb9e-4efa-89ca-3d5ddf85b964" providerId="ADAL" clId="{670A3107-CC4E-4DBE-855E-71F6E8911ED4}" dt="2021-02-01T05:36:14.484" v="288" actId="14100"/>
          <ac:spMkLst>
            <pc:docMk/>
            <pc:sldMk cId="3699712288" sldId="313"/>
            <ac:spMk id="21" creationId="{AB782E37-24C0-4FE5-B274-C014065F91A1}"/>
          </ac:spMkLst>
        </pc:spChg>
        <pc:spChg chg="add mod">
          <ac:chgData name="강희재" userId="5f137378-fb9e-4efa-89ca-3d5ddf85b964" providerId="ADAL" clId="{670A3107-CC4E-4DBE-855E-71F6E8911ED4}" dt="2021-02-01T05:36:29.586" v="292" actId="14100"/>
          <ac:spMkLst>
            <pc:docMk/>
            <pc:sldMk cId="3699712288" sldId="313"/>
            <ac:spMk id="24" creationId="{5A2879F5-08A6-4EDD-AAE8-EE480C8643C0}"/>
          </ac:spMkLst>
        </pc:spChg>
        <pc:spChg chg="mod">
          <ac:chgData name="강희재" userId="5f137378-fb9e-4efa-89ca-3d5ddf85b964" providerId="ADAL" clId="{670A3107-CC4E-4DBE-855E-71F6E8911ED4}" dt="2021-02-01T05:37:22.030" v="357" actId="20577"/>
          <ac:spMkLst>
            <pc:docMk/>
            <pc:sldMk cId="3699712288" sldId="313"/>
            <ac:spMk id="29" creationId="{F09AF341-2E0D-44D2-95BA-CFA025910D9E}"/>
          </ac:spMkLst>
        </pc:spChg>
        <pc:picChg chg="add mod ord">
          <ac:chgData name="강희재" userId="5f137378-fb9e-4efa-89ca-3d5ddf85b964" providerId="ADAL" clId="{670A3107-CC4E-4DBE-855E-71F6E8911ED4}" dt="2021-02-01T05:35:49.986" v="278" actId="167"/>
          <ac:picMkLst>
            <pc:docMk/>
            <pc:sldMk cId="3699712288" sldId="313"/>
            <ac:picMk id="20" creationId="{AD1211A4-D6B0-4243-8CBA-89814ADBD567}"/>
          </ac:picMkLst>
        </pc:picChg>
        <pc:picChg chg="add mod ord">
          <ac:chgData name="강희재" userId="5f137378-fb9e-4efa-89ca-3d5ddf85b964" providerId="ADAL" clId="{670A3107-CC4E-4DBE-855E-71F6E8911ED4}" dt="2021-02-01T05:36:06.066" v="285" actId="167"/>
          <ac:picMkLst>
            <pc:docMk/>
            <pc:sldMk cId="3699712288" sldId="313"/>
            <ac:picMk id="22" creationId="{2CD4A8C9-B03A-4541-A1E3-4EAC7B69D88D}"/>
          </ac:picMkLst>
        </pc:picChg>
        <pc:picChg chg="del">
          <ac:chgData name="강희재" userId="5f137378-fb9e-4efa-89ca-3d5ddf85b964" providerId="ADAL" clId="{670A3107-CC4E-4DBE-855E-71F6E8911ED4}" dt="2021-02-01T05:35:50.666" v="279" actId="478"/>
          <ac:picMkLst>
            <pc:docMk/>
            <pc:sldMk cId="3699712288" sldId="313"/>
            <ac:picMk id="25" creationId="{787237D0-F85A-428D-A359-CA1631AD4B5A}"/>
          </ac:picMkLst>
        </pc:picChg>
        <pc:picChg chg="del">
          <ac:chgData name="강희재" userId="5f137378-fb9e-4efa-89ca-3d5ddf85b964" providerId="ADAL" clId="{670A3107-CC4E-4DBE-855E-71F6E8911ED4}" dt="2021-02-01T05:36:06.898" v="286" actId="478"/>
          <ac:picMkLst>
            <pc:docMk/>
            <pc:sldMk cId="3699712288" sldId="313"/>
            <ac:picMk id="26" creationId="{4EEA05F8-6F52-4EBB-8CB7-3DC1166E1C89}"/>
          </ac:picMkLst>
        </pc:picChg>
      </pc:sldChg>
    </pc:docChg>
  </pc:docChgLst>
  <pc:docChgLst>
    <pc:chgData name="강희재" userId="5f137378-fb9e-4efa-89ca-3d5ddf85b964" providerId="ADAL" clId="{037B8A42-507D-4E01-8A03-137E51FFA772}"/>
    <pc:docChg chg="undo custSel addSld delSld modSld sldOrd">
      <pc:chgData name="강희재" userId="5f137378-fb9e-4efa-89ca-3d5ddf85b964" providerId="ADAL" clId="{037B8A42-507D-4E01-8A03-137E51FFA772}" dt="2021-02-04T06:22:52.515" v="789"/>
      <pc:docMkLst>
        <pc:docMk/>
      </pc:docMkLst>
      <pc:sldChg chg="modSp mod">
        <pc:chgData name="강희재" userId="5f137378-fb9e-4efa-89ca-3d5ddf85b964" providerId="ADAL" clId="{037B8A42-507D-4E01-8A03-137E51FFA772}" dt="2021-02-04T06:07:40.414" v="20" actId="6549"/>
        <pc:sldMkLst>
          <pc:docMk/>
          <pc:sldMk cId="3182785965" sldId="304"/>
        </pc:sldMkLst>
        <pc:spChg chg="mod">
          <ac:chgData name="강희재" userId="5f137378-fb9e-4efa-89ca-3d5ddf85b964" providerId="ADAL" clId="{037B8A42-507D-4E01-8A03-137E51FFA772}" dt="2021-02-04T06:07:40.414" v="20" actId="6549"/>
          <ac:spMkLst>
            <pc:docMk/>
            <pc:sldMk cId="3182785965" sldId="304"/>
            <ac:spMk id="13" creationId="{00000000-0000-0000-0000-000000000000}"/>
          </ac:spMkLst>
        </pc:spChg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3754260212" sldId="312"/>
        </pc:sldMkLst>
      </pc:sldChg>
      <pc:sldChg chg="addSp delSp modSp mod">
        <pc:chgData name="강희재" userId="5f137378-fb9e-4efa-89ca-3d5ddf85b964" providerId="ADAL" clId="{037B8A42-507D-4E01-8A03-137E51FFA772}" dt="2021-02-04T06:22:52.515" v="789"/>
        <pc:sldMkLst>
          <pc:docMk/>
          <pc:sldMk cId="3699712288" sldId="313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3699712288" sldId="313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13:01.330" v="346" actId="207"/>
          <ac:spMkLst>
            <pc:docMk/>
            <pc:sldMk cId="3699712288" sldId="313"/>
            <ac:spMk id="14" creationId="{523B1517-9F72-4EFA-AC15-C16BA373338C}"/>
          </ac:spMkLst>
        </pc:spChg>
        <pc:spChg chg="mod">
          <ac:chgData name="강희재" userId="5f137378-fb9e-4efa-89ca-3d5ddf85b964" providerId="ADAL" clId="{037B8A42-507D-4E01-8A03-137E51FFA772}" dt="2021-02-04T06:08:14.162" v="29" actId="14100"/>
          <ac:spMkLst>
            <pc:docMk/>
            <pc:sldMk cId="3699712288" sldId="313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08:10.298" v="28" actId="1076"/>
          <ac:spMkLst>
            <pc:docMk/>
            <pc:sldMk cId="3699712288" sldId="313"/>
            <ac:spMk id="31" creationId="{57E8ED15-2990-4A32-9173-9A188546741D}"/>
          </ac:spMkLst>
        </pc:spChg>
        <pc:picChg chg="add mod ord">
          <ac:chgData name="강희재" userId="5f137378-fb9e-4efa-89ca-3d5ddf85b964" providerId="ADAL" clId="{037B8A42-507D-4E01-8A03-137E51FFA772}" dt="2021-02-04T06:12:11.987" v="270" actId="108"/>
          <ac:picMkLst>
            <pc:docMk/>
            <pc:sldMk cId="3699712288" sldId="313"/>
            <ac:picMk id="5" creationId="{DB820451-F067-4C5B-9923-E5BC37094651}"/>
          </ac:picMkLst>
        </pc:picChg>
        <pc:picChg chg="del">
          <ac:chgData name="강희재" userId="5f137378-fb9e-4efa-89ca-3d5ddf85b964" providerId="ADAL" clId="{037B8A42-507D-4E01-8A03-137E51FFA772}" dt="2021-02-04T06:08:04.933" v="27" actId="478"/>
          <ac:picMkLst>
            <pc:docMk/>
            <pc:sldMk cId="3699712288" sldId="313"/>
            <ac:picMk id="9" creationId="{B9582270-D40B-4B25-90EE-B549A6D9A723}"/>
          </ac:picMkLst>
        </pc:picChg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792761159" sldId="314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2348688726" sldId="315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4202527181" sldId="316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2926726735" sldId="317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1092671426" sldId="318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643341179" sldId="319"/>
        </pc:sldMkLst>
      </pc:sldChg>
      <pc:sldChg chg="addSp delSp modSp add mod">
        <pc:chgData name="강희재" userId="5f137378-fb9e-4efa-89ca-3d5ddf85b964" providerId="ADAL" clId="{037B8A42-507D-4E01-8A03-137E51FFA772}" dt="2021-02-04T06:22:52.515" v="789"/>
        <pc:sldMkLst>
          <pc:docMk/>
          <pc:sldMk cId="2653213612" sldId="320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2653213612" sldId="320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11:59.542" v="264" actId="207"/>
          <ac:spMkLst>
            <pc:docMk/>
            <pc:sldMk cId="2653213612" sldId="320"/>
            <ac:spMk id="14" creationId="{523B1517-9F72-4EFA-AC15-C16BA373338C}"/>
          </ac:spMkLst>
        </pc:spChg>
        <pc:spChg chg="mod">
          <ac:chgData name="강희재" userId="5f137378-fb9e-4efa-89ca-3d5ddf85b964" providerId="ADAL" clId="{037B8A42-507D-4E01-8A03-137E51FFA772}" dt="2021-02-04T06:09:05.190" v="121" actId="14100"/>
          <ac:spMkLst>
            <pc:docMk/>
            <pc:sldMk cId="2653213612" sldId="320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09:01.343" v="120" actId="1076"/>
          <ac:spMkLst>
            <pc:docMk/>
            <pc:sldMk cId="2653213612" sldId="320"/>
            <ac:spMk id="31" creationId="{57E8ED15-2990-4A32-9173-9A188546741D}"/>
          </ac:spMkLst>
        </pc:spChg>
        <pc:picChg chg="del">
          <ac:chgData name="강희재" userId="5f137378-fb9e-4efa-89ca-3d5ddf85b964" providerId="ADAL" clId="{037B8A42-507D-4E01-8A03-137E51FFA772}" dt="2021-02-04T06:08:56.787" v="119" actId="478"/>
          <ac:picMkLst>
            <pc:docMk/>
            <pc:sldMk cId="2653213612" sldId="320"/>
            <ac:picMk id="5" creationId="{DB820451-F067-4C5B-9923-E5BC37094651}"/>
          </ac:picMkLst>
        </pc:picChg>
        <pc:picChg chg="add mod ord">
          <ac:chgData name="강희재" userId="5f137378-fb9e-4efa-89ca-3d5ddf85b964" providerId="ADAL" clId="{037B8A42-507D-4E01-8A03-137E51FFA772}" dt="2021-02-04T06:12:26.440" v="280" actId="167"/>
          <ac:picMkLst>
            <pc:docMk/>
            <pc:sldMk cId="2653213612" sldId="320"/>
            <ac:picMk id="8" creationId="{2B4FB205-174D-465C-B9C0-47F370A5E1E0}"/>
          </ac:picMkLst>
        </pc:picChg>
      </pc:sldChg>
      <pc:sldChg chg="addSp delSp modSp add mod">
        <pc:chgData name="강희재" userId="5f137378-fb9e-4efa-89ca-3d5ddf85b964" providerId="ADAL" clId="{037B8A42-507D-4E01-8A03-137E51FFA772}" dt="2021-02-04T06:22:52.515" v="789"/>
        <pc:sldMkLst>
          <pc:docMk/>
          <pc:sldMk cId="3065049994" sldId="321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3065049994" sldId="321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12:56.616" v="345" actId="207"/>
          <ac:spMkLst>
            <pc:docMk/>
            <pc:sldMk cId="3065049994" sldId="321"/>
            <ac:spMk id="14" creationId="{523B1517-9F72-4EFA-AC15-C16BA373338C}"/>
          </ac:spMkLst>
        </pc:spChg>
        <pc:spChg chg="mod">
          <ac:chgData name="강희재" userId="5f137378-fb9e-4efa-89ca-3d5ddf85b964" providerId="ADAL" clId="{037B8A42-507D-4E01-8A03-137E51FFA772}" dt="2021-02-04T06:12:46.626" v="289" actId="14100"/>
          <ac:spMkLst>
            <pc:docMk/>
            <pc:sldMk cId="3065049994" sldId="321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12:43.980" v="288" actId="1076"/>
          <ac:spMkLst>
            <pc:docMk/>
            <pc:sldMk cId="3065049994" sldId="321"/>
            <ac:spMk id="31" creationId="{57E8ED15-2990-4A32-9173-9A188546741D}"/>
          </ac:spMkLst>
        </pc:spChg>
        <pc:picChg chg="add mod ord">
          <ac:chgData name="강희재" userId="5f137378-fb9e-4efa-89ca-3d5ddf85b964" providerId="ADAL" clId="{037B8A42-507D-4E01-8A03-137E51FFA772}" dt="2021-02-04T06:12:36.782" v="286" actId="167"/>
          <ac:picMkLst>
            <pc:docMk/>
            <pc:sldMk cId="3065049994" sldId="321"/>
            <ac:picMk id="5" creationId="{6E11A620-166C-4717-BE11-298C199BA7B7}"/>
          </ac:picMkLst>
        </pc:picChg>
        <pc:picChg chg="del mod">
          <ac:chgData name="강희재" userId="5f137378-fb9e-4efa-89ca-3d5ddf85b964" providerId="ADAL" clId="{037B8A42-507D-4E01-8A03-137E51FFA772}" dt="2021-02-04T06:12:37.517" v="287" actId="478"/>
          <ac:picMkLst>
            <pc:docMk/>
            <pc:sldMk cId="3065049994" sldId="321"/>
            <ac:picMk id="8" creationId="{2B4FB205-174D-465C-B9C0-47F370A5E1E0}"/>
          </ac:picMkLst>
        </pc:picChg>
      </pc:sldChg>
      <pc:sldChg chg="addSp modSp add mod">
        <pc:chgData name="강희재" userId="5f137378-fb9e-4efa-89ca-3d5ddf85b964" providerId="ADAL" clId="{037B8A42-507D-4E01-8A03-137E51FFA772}" dt="2021-02-04T06:22:52.515" v="789"/>
        <pc:sldMkLst>
          <pc:docMk/>
          <pc:sldMk cId="3061794371" sldId="322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3061794371" sldId="322"/>
            <ac:spMk id="7" creationId="{00000000-0000-0000-0000-000000000000}"/>
          </ac:spMkLst>
        </pc:spChg>
        <pc:spChg chg="add mod">
          <ac:chgData name="강희재" userId="5f137378-fb9e-4efa-89ca-3d5ddf85b964" providerId="ADAL" clId="{037B8A42-507D-4E01-8A03-137E51FFA772}" dt="2021-02-04T06:13:43.957" v="352" actId="14100"/>
          <ac:spMkLst>
            <pc:docMk/>
            <pc:sldMk cId="3061794371" sldId="322"/>
            <ac:spMk id="16" creationId="{9AA27132-654C-48B9-A83E-62DD38855E0B}"/>
          </ac:spMkLst>
        </pc:spChg>
        <pc:spChg chg="add mod">
          <ac:chgData name="강희재" userId="5f137378-fb9e-4efa-89ca-3d5ddf85b964" providerId="ADAL" clId="{037B8A42-507D-4E01-8A03-137E51FFA772}" dt="2021-02-04T06:13:33.340" v="350" actId="1076"/>
          <ac:spMkLst>
            <pc:docMk/>
            <pc:sldMk cId="3061794371" sldId="322"/>
            <ac:spMk id="17" creationId="{4F956341-D4CF-485F-8C38-72DAAF481D68}"/>
          </ac:spMkLst>
        </pc:spChg>
        <pc:spChg chg="add mod">
          <ac:chgData name="강희재" userId="5f137378-fb9e-4efa-89ca-3d5ddf85b964" providerId="ADAL" clId="{037B8A42-507D-4E01-8A03-137E51FFA772}" dt="2021-02-04T06:13:29.472" v="349"/>
          <ac:spMkLst>
            <pc:docMk/>
            <pc:sldMk cId="3061794371" sldId="322"/>
            <ac:spMk id="18" creationId="{D56D349F-342A-488C-926B-0AC772135F8D}"/>
          </ac:spMkLst>
        </pc:spChg>
        <pc:spChg chg="add mod">
          <ac:chgData name="강희재" userId="5f137378-fb9e-4efa-89ca-3d5ddf85b964" providerId="ADAL" clId="{037B8A42-507D-4E01-8A03-137E51FFA772}" dt="2021-02-04T06:14:00.075" v="455"/>
          <ac:spMkLst>
            <pc:docMk/>
            <pc:sldMk cId="3061794371" sldId="322"/>
            <ac:spMk id="19" creationId="{BBBF6D6B-9012-4B81-9695-0B88105228F7}"/>
          </ac:spMkLst>
        </pc:spChg>
      </pc:sldChg>
      <pc:sldChg chg="addSp delSp modSp add mod">
        <pc:chgData name="강희재" userId="5f137378-fb9e-4efa-89ca-3d5ddf85b964" providerId="ADAL" clId="{037B8A42-507D-4E01-8A03-137E51FFA772}" dt="2021-02-04T06:22:52.515" v="789"/>
        <pc:sldMkLst>
          <pc:docMk/>
          <pc:sldMk cId="513514256" sldId="323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513514256" sldId="323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20:20.396" v="697"/>
          <ac:spMkLst>
            <pc:docMk/>
            <pc:sldMk cId="513514256" sldId="323"/>
            <ac:spMk id="14" creationId="{523B1517-9F72-4EFA-AC15-C16BA373338C}"/>
          </ac:spMkLst>
        </pc:spChg>
        <pc:spChg chg="del">
          <ac:chgData name="강희재" userId="5f137378-fb9e-4efa-89ca-3d5ddf85b964" providerId="ADAL" clId="{037B8A42-507D-4E01-8A03-137E51FFA772}" dt="2021-02-04T06:16:24.310" v="467" actId="478"/>
          <ac:spMkLst>
            <pc:docMk/>
            <pc:sldMk cId="513514256" sldId="323"/>
            <ac:spMk id="16" creationId="{9AA27132-654C-48B9-A83E-62DD38855E0B}"/>
          </ac:spMkLst>
        </pc:spChg>
        <pc:spChg chg="del">
          <ac:chgData name="강희재" userId="5f137378-fb9e-4efa-89ca-3d5ddf85b964" providerId="ADAL" clId="{037B8A42-507D-4E01-8A03-137E51FFA772}" dt="2021-02-04T06:16:23.442" v="466" actId="478"/>
          <ac:spMkLst>
            <pc:docMk/>
            <pc:sldMk cId="513514256" sldId="323"/>
            <ac:spMk id="17" creationId="{4F956341-D4CF-485F-8C38-72DAAF481D68}"/>
          </ac:spMkLst>
        </pc:spChg>
        <pc:spChg chg="del">
          <ac:chgData name="강희재" userId="5f137378-fb9e-4efa-89ca-3d5ddf85b964" providerId="ADAL" clId="{037B8A42-507D-4E01-8A03-137E51FFA772}" dt="2021-02-04T06:19:46.699" v="569" actId="478"/>
          <ac:spMkLst>
            <pc:docMk/>
            <pc:sldMk cId="513514256" sldId="323"/>
            <ac:spMk id="18" creationId="{D56D349F-342A-488C-926B-0AC772135F8D}"/>
          </ac:spMkLst>
        </pc:spChg>
        <pc:spChg chg="del">
          <ac:chgData name="강희재" userId="5f137378-fb9e-4efa-89ca-3d5ddf85b964" providerId="ADAL" clId="{037B8A42-507D-4E01-8A03-137E51FFA772}" dt="2021-02-04T06:19:46.699" v="569" actId="478"/>
          <ac:spMkLst>
            <pc:docMk/>
            <pc:sldMk cId="513514256" sldId="323"/>
            <ac:spMk id="19" creationId="{BBBF6D6B-9012-4B81-9695-0B88105228F7}"/>
          </ac:spMkLst>
        </pc:spChg>
        <pc:spChg chg="mod">
          <ac:chgData name="강희재" userId="5f137378-fb9e-4efa-89ca-3d5ddf85b964" providerId="ADAL" clId="{037B8A42-507D-4E01-8A03-137E51FFA772}" dt="2021-02-04T06:16:44.640" v="468" actId="1076"/>
          <ac:spMkLst>
            <pc:docMk/>
            <pc:sldMk cId="513514256" sldId="323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16:44.640" v="468" actId="1076"/>
          <ac:spMkLst>
            <pc:docMk/>
            <pc:sldMk cId="513514256" sldId="323"/>
            <ac:spMk id="31" creationId="{57E8ED15-2990-4A32-9173-9A188546741D}"/>
          </ac:spMkLst>
        </pc:spChg>
        <pc:picChg chg="del">
          <ac:chgData name="강희재" userId="5f137378-fb9e-4efa-89ca-3d5ddf85b964" providerId="ADAL" clId="{037B8A42-507D-4E01-8A03-137E51FFA772}" dt="2021-02-04T06:16:20.653" v="465" actId="478"/>
          <ac:picMkLst>
            <pc:docMk/>
            <pc:sldMk cId="513514256" sldId="323"/>
            <ac:picMk id="5" creationId="{6E11A620-166C-4717-BE11-298C199BA7B7}"/>
          </ac:picMkLst>
        </pc:picChg>
        <pc:picChg chg="add mod ord">
          <ac:chgData name="강희재" userId="5f137378-fb9e-4efa-89ca-3d5ddf85b964" providerId="ADAL" clId="{037B8A42-507D-4E01-8A03-137E51FFA772}" dt="2021-02-04T06:16:19.637" v="464" actId="167"/>
          <ac:picMkLst>
            <pc:docMk/>
            <pc:sldMk cId="513514256" sldId="323"/>
            <ac:picMk id="8" creationId="{B8AAF945-7992-48C9-BD96-600234720FCC}"/>
          </ac:picMkLst>
        </pc:picChg>
        <pc:picChg chg="add del">
          <ac:chgData name="강희재" userId="5f137378-fb9e-4efa-89ca-3d5ddf85b964" providerId="ADAL" clId="{037B8A42-507D-4E01-8A03-137E51FFA772}" dt="2021-02-04T06:16:47.819" v="470" actId="22"/>
          <ac:picMkLst>
            <pc:docMk/>
            <pc:sldMk cId="513514256" sldId="323"/>
            <ac:picMk id="12" creationId="{67352833-0806-4252-87B7-7A24CBC5FA72}"/>
          </ac:picMkLst>
        </pc:picChg>
        <pc:picChg chg="add mod">
          <ac:chgData name="강희재" userId="5f137378-fb9e-4efa-89ca-3d5ddf85b964" providerId="ADAL" clId="{037B8A42-507D-4E01-8A03-137E51FFA772}" dt="2021-02-04T06:17:12.509" v="477" actId="1076"/>
          <ac:picMkLst>
            <pc:docMk/>
            <pc:sldMk cId="513514256" sldId="323"/>
            <ac:picMk id="20" creationId="{1368E1FB-5D23-4ED6-A1C3-DA4F82C6F8C6}"/>
          </ac:picMkLst>
        </pc:picChg>
        <pc:cxnChg chg="add mod">
          <ac:chgData name="강희재" userId="5f137378-fb9e-4efa-89ca-3d5ddf85b964" providerId="ADAL" clId="{037B8A42-507D-4E01-8A03-137E51FFA772}" dt="2021-02-04T06:17:34.666" v="480" actId="1582"/>
          <ac:cxnSpMkLst>
            <pc:docMk/>
            <pc:sldMk cId="513514256" sldId="323"/>
            <ac:cxnSpMk id="22" creationId="{6D241B18-CCE1-4952-8293-43A359448444}"/>
          </ac:cxnSpMkLst>
        </pc:cxnChg>
      </pc:sldChg>
      <pc:sldChg chg="addSp delSp modSp add mod ord">
        <pc:chgData name="강희재" userId="5f137378-fb9e-4efa-89ca-3d5ddf85b964" providerId="ADAL" clId="{037B8A42-507D-4E01-8A03-137E51FFA772}" dt="2021-02-04T06:22:52.515" v="789"/>
        <pc:sldMkLst>
          <pc:docMk/>
          <pc:sldMk cId="4010864646" sldId="324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4010864646" sldId="324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22:38.412" v="788"/>
          <ac:spMkLst>
            <pc:docMk/>
            <pc:sldMk cId="4010864646" sldId="324"/>
            <ac:spMk id="14" creationId="{523B1517-9F72-4EFA-AC15-C16BA373338C}"/>
          </ac:spMkLst>
        </pc:spChg>
        <pc:spChg chg="del">
          <ac:chgData name="강희재" userId="5f137378-fb9e-4efa-89ca-3d5ddf85b964" providerId="ADAL" clId="{037B8A42-507D-4E01-8A03-137E51FFA772}" dt="2021-02-04T06:22:12.423" v="712" actId="478"/>
          <ac:spMkLst>
            <pc:docMk/>
            <pc:sldMk cId="4010864646" sldId="324"/>
            <ac:spMk id="16" creationId="{9AA27132-654C-48B9-A83E-62DD38855E0B}"/>
          </ac:spMkLst>
        </pc:spChg>
        <pc:spChg chg="del">
          <ac:chgData name="강희재" userId="5f137378-fb9e-4efa-89ca-3d5ddf85b964" providerId="ADAL" clId="{037B8A42-507D-4E01-8A03-137E51FFA772}" dt="2021-02-04T06:22:11.871" v="711" actId="478"/>
          <ac:spMkLst>
            <pc:docMk/>
            <pc:sldMk cId="4010864646" sldId="324"/>
            <ac:spMk id="17" creationId="{4F956341-D4CF-485F-8C38-72DAAF481D68}"/>
          </ac:spMkLst>
        </pc:spChg>
        <pc:spChg chg="del">
          <ac:chgData name="강희재" userId="5f137378-fb9e-4efa-89ca-3d5ddf85b964" providerId="ADAL" clId="{037B8A42-507D-4E01-8A03-137E51FFA772}" dt="2021-02-04T06:22:29.539" v="715" actId="478"/>
          <ac:spMkLst>
            <pc:docMk/>
            <pc:sldMk cId="4010864646" sldId="324"/>
            <ac:spMk id="18" creationId="{D56D349F-342A-488C-926B-0AC772135F8D}"/>
          </ac:spMkLst>
        </pc:spChg>
        <pc:spChg chg="del">
          <ac:chgData name="강희재" userId="5f137378-fb9e-4efa-89ca-3d5ddf85b964" providerId="ADAL" clId="{037B8A42-507D-4E01-8A03-137E51FFA772}" dt="2021-02-04T06:22:29.539" v="715" actId="478"/>
          <ac:spMkLst>
            <pc:docMk/>
            <pc:sldMk cId="4010864646" sldId="324"/>
            <ac:spMk id="19" creationId="{BBBF6D6B-9012-4B81-9695-0B88105228F7}"/>
          </ac:spMkLst>
        </pc:spChg>
        <pc:spChg chg="mod">
          <ac:chgData name="강희재" userId="5f137378-fb9e-4efa-89ca-3d5ddf85b964" providerId="ADAL" clId="{037B8A42-507D-4E01-8A03-137E51FFA772}" dt="2021-02-04T06:22:19.947" v="714" actId="14100"/>
          <ac:spMkLst>
            <pc:docMk/>
            <pc:sldMk cId="4010864646" sldId="324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22:16.247" v="713" actId="1076"/>
          <ac:spMkLst>
            <pc:docMk/>
            <pc:sldMk cId="4010864646" sldId="324"/>
            <ac:spMk id="31" creationId="{57E8ED15-2990-4A32-9173-9A188546741D}"/>
          </ac:spMkLst>
        </pc:spChg>
        <pc:picChg chg="del">
          <ac:chgData name="강희재" userId="5f137378-fb9e-4efa-89ca-3d5ddf85b964" providerId="ADAL" clId="{037B8A42-507D-4E01-8A03-137E51FFA772}" dt="2021-02-04T06:22:09.922" v="710" actId="478"/>
          <ac:picMkLst>
            <pc:docMk/>
            <pc:sldMk cId="4010864646" sldId="324"/>
            <ac:picMk id="5" creationId="{6E11A620-166C-4717-BE11-298C199BA7B7}"/>
          </ac:picMkLst>
        </pc:picChg>
        <pc:picChg chg="add mod ord">
          <ac:chgData name="강희재" userId="5f137378-fb9e-4efa-89ca-3d5ddf85b964" providerId="ADAL" clId="{037B8A42-507D-4E01-8A03-137E51FFA772}" dt="2021-02-04T06:22:08.996" v="709" actId="167"/>
          <ac:picMkLst>
            <pc:docMk/>
            <pc:sldMk cId="4010864646" sldId="324"/>
            <ac:picMk id="8" creationId="{D38364AC-C83B-46FE-A5E4-51A01FC9FCDF}"/>
          </ac:picMkLst>
        </pc:picChg>
      </pc:sldChg>
    </pc:docChg>
  </pc:docChgLst>
  <pc:docChgLst>
    <pc:chgData name="강희재" userId="5f137378-fb9e-4efa-89ca-3d5ddf85b964" providerId="ADAL" clId="{9D209F56-D225-47CE-A6DF-874DE24B66E6}"/>
    <pc:docChg chg="custSel modSld">
      <pc:chgData name="강희재" userId="5f137378-fb9e-4efa-89ca-3d5ddf85b964" providerId="ADAL" clId="{9D209F56-D225-47CE-A6DF-874DE24B66E6}" dt="2021-02-22T00:14:51.287" v="6" actId="478"/>
      <pc:docMkLst>
        <pc:docMk/>
      </pc:docMkLst>
      <pc:sldChg chg="delSp mod">
        <pc:chgData name="강희재" userId="5f137378-fb9e-4efa-89ca-3d5ddf85b964" providerId="ADAL" clId="{9D209F56-D225-47CE-A6DF-874DE24B66E6}" dt="2021-02-22T00:14:35.291" v="0" actId="478"/>
        <pc:sldMkLst>
          <pc:docMk/>
          <pc:sldMk cId="3182785965" sldId="304"/>
        </pc:sldMkLst>
        <pc:picChg chg="del">
          <ac:chgData name="강희재" userId="5f137378-fb9e-4efa-89ca-3d5ddf85b964" providerId="ADAL" clId="{9D209F56-D225-47CE-A6DF-874DE24B66E6}" dt="2021-02-22T00:14:35.291" v="0" actId="478"/>
          <ac:picMkLst>
            <pc:docMk/>
            <pc:sldMk cId="3182785965" sldId="304"/>
            <ac:picMk id="12" creationId="{00000000-0000-0000-0000-000000000000}"/>
          </ac:picMkLst>
        </pc:picChg>
        <pc:picChg chg="del">
          <ac:chgData name="강희재" userId="5f137378-fb9e-4efa-89ca-3d5ddf85b964" providerId="ADAL" clId="{9D209F56-D225-47CE-A6DF-874DE24B66E6}" dt="2021-02-22T00:14:35.291" v="0" actId="478"/>
          <ac:picMkLst>
            <pc:docMk/>
            <pc:sldMk cId="3182785965" sldId="304"/>
            <ac:picMk id="15" creationId="{00000000-0000-0000-0000-000000000000}"/>
          </ac:picMkLst>
        </pc:picChg>
      </pc:sldChg>
      <pc:sldChg chg="delSp mod">
        <pc:chgData name="강희재" userId="5f137378-fb9e-4efa-89ca-3d5ddf85b964" providerId="ADAL" clId="{9D209F56-D225-47CE-A6DF-874DE24B66E6}" dt="2021-02-22T00:14:37.532" v="1" actId="478"/>
        <pc:sldMkLst>
          <pc:docMk/>
          <pc:sldMk cId="3699712288" sldId="313"/>
        </pc:sldMkLst>
        <pc:picChg chg="del">
          <ac:chgData name="강희재" userId="5f137378-fb9e-4efa-89ca-3d5ddf85b964" providerId="ADAL" clId="{9D209F56-D225-47CE-A6DF-874DE24B66E6}" dt="2021-02-22T00:14:37.532" v="1" actId="478"/>
          <ac:picMkLst>
            <pc:docMk/>
            <pc:sldMk cId="3699712288" sldId="313"/>
            <ac:picMk id="36" creationId="{00000000-0000-0000-0000-000000000000}"/>
          </ac:picMkLst>
        </pc:picChg>
        <pc:picChg chg="del">
          <ac:chgData name="강희재" userId="5f137378-fb9e-4efa-89ca-3d5ddf85b964" providerId="ADAL" clId="{9D209F56-D225-47CE-A6DF-874DE24B66E6}" dt="2021-02-22T00:14:37.532" v="1" actId="478"/>
          <ac:picMkLst>
            <pc:docMk/>
            <pc:sldMk cId="3699712288" sldId="313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9D209F56-D225-47CE-A6DF-874DE24B66E6}" dt="2021-02-22T00:14:41.843" v="2" actId="478"/>
        <pc:sldMkLst>
          <pc:docMk/>
          <pc:sldMk cId="2653213612" sldId="320"/>
        </pc:sldMkLst>
        <pc:picChg chg="del">
          <ac:chgData name="강희재" userId="5f137378-fb9e-4efa-89ca-3d5ddf85b964" providerId="ADAL" clId="{9D209F56-D225-47CE-A6DF-874DE24B66E6}" dt="2021-02-22T00:14:41.843" v="2" actId="478"/>
          <ac:picMkLst>
            <pc:docMk/>
            <pc:sldMk cId="2653213612" sldId="320"/>
            <ac:picMk id="36" creationId="{00000000-0000-0000-0000-000000000000}"/>
          </ac:picMkLst>
        </pc:picChg>
        <pc:picChg chg="del">
          <ac:chgData name="강희재" userId="5f137378-fb9e-4efa-89ca-3d5ddf85b964" providerId="ADAL" clId="{9D209F56-D225-47CE-A6DF-874DE24B66E6}" dt="2021-02-22T00:14:41.843" v="2" actId="478"/>
          <ac:picMkLst>
            <pc:docMk/>
            <pc:sldMk cId="2653213612" sldId="320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9D209F56-D225-47CE-A6DF-874DE24B66E6}" dt="2021-02-22T00:14:44.204" v="3" actId="478"/>
        <pc:sldMkLst>
          <pc:docMk/>
          <pc:sldMk cId="3065049994" sldId="321"/>
        </pc:sldMkLst>
        <pc:picChg chg="del">
          <ac:chgData name="강희재" userId="5f137378-fb9e-4efa-89ca-3d5ddf85b964" providerId="ADAL" clId="{9D209F56-D225-47CE-A6DF-874DE24B66E6}" dt="2021-02-22T00:14:44.204" v="3" actId="478"/>
          <ac:picMkLst>
            <pc:docMk/>
            <pc:sldMk cId="3065049994" sldId="321"/>
            <ac:picMk id="36" creationId="{00000000-0000-0000-0000-000000000000}"/>
          </ac:picMkLst>
        </pc:picChg>
        <pc:picChg chg="del">
          <ac:chgData name="강희재" userId="5f137378-fb9e-4efa-89ca-3d5ddf85b964" providerId="ADAL" clId="{9D209F56-D225-47CE-A6DF-874DE24B66E6}" dt="2021-02-22T00:14:44.204" v="3" actId="478"/>
          <ac:picMkLst>
            <pc:docMk/>
            <pc:sldMk cId="3065049994" sldId="321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9D209F56-D225-47CE-A6DF-874DE24B66E6}" dt="2021-02-22T00:14:46.503" v="4" actId="478"/>
        <pc:sldMkLst>
          <pc:docMk/>
          <pc:sldMk cId="3061794371" sldId="322"/>
        </pc:sldMkLst>
        <pc:picChg chg="del">
          <ac:chgData name="강희재" userId="5f137378-fb9e-4efa-89ca-3d5ddf85b964" providerId="ADAL" clId="{9D209F56-D225-47CE-A6DF-874DE24B66E6}" dt="2021-02-22T00:14:46.503" v="4" actId="478"/>
          <ac:picMkLst>
            <pc:docMk/>
            <pc:sldMk cId="3061794371" sldId="322"/>
            <ac:picMk id="36" creationId="{00000000-0000-0000-0000-000000000000}"/>
          </ac:picMkLst>
        </pc:picChg>
        <pc:picChg chg="del">
          <ac:chgData name="강희재" userId="5f137378-fb9e-4efa-89ca-3d5ddf85b964" providerId="ADAL" clId="{9D209F56-D225-47CE-A6DF-874DE24B66E6}" dt="2021-02-22T00:14:46.503" v="4" actId="478"/>
          <ac:picMkLst>
            <pc:docMk/>
            <pc:sldMk cId="3061794371" sldId="322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9D209F56-D225-47CE-A6DF-874DE24B66E6}" dt="2021-02-22T00:14:48.971" v="5" actId="478"/>
        <pc:sldMkLst>
          <pc:docMk/>
          <pc:sldMk cId="513514256" sldId="323"/>
        </pc:sldMkLst>
        <pc:picChg chg="del">
          <ac:chgData name="강희재" userId="5f137378-fb9e-4efa-89ca-3d5ddf85b964" providerId="ADAL" clId="{9D209F56-D225-47CE-A6DF-874DE24B66E6}" dt="2021-02-22T00:14:48.971" v="5" actId="478"/>
          <ac:picMkLst>
            <pc:docMk/>
            <pc:sldMk cId="513514256" sldId="323"/>
            <ac:picMk id="36" creationId="{00000000-0000-0000-0000-000000000000}"/>
          </ac:picMkLst>
        </pc:picChg>
        <pc:picChg chg="del">
          <ac:chgData name="강희재" userId="5f137378-fb9e-4efa-89ca-3d5ddf85b964" providerId="ADAL" clId="{9D209F56-D225-47CE-A6DF-874DE24B66E6}" dt="2021-02-22T00:14:48.971" v="5" actId="478"/>
          <ac:picMkLst>
            <pc:docMk/>
            <pc:sldMk cId="513514256" sldId="323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9D209F56-D225-47CE-A6DF-874DE24B66E6}" dt="2021-02-22T00:14:51.287" v="6" actId="478"/>
        <pc:sldMkLst>
          <pc:docMk/>
          <pc:sldMk cId="4010864646" sldId="324"/>
        </pc:sldMkLst>
        <pc:picChg chg="del">
          <ac:chgData name="강희재" userId="5f137378-fb9e-4efa-89ca-3d5ddf85b964" providerId="ADAL" clId="{9D209F56-D225-47CE-A6DF-874DE24B66E6}" dt="2021-02-22T00:14:51.287" v="6" actId="478"/>
          <ac:picMkLst>
            <pc:docMk/>
            <pc:sldMk cId="4010864646" sldId="324"/>
            <ac:picMk id="36" creationId="{00000000-0000-0000-0000-000000000000}"/>
          </ac:picMkLst>
        </pc:picChg>
        <pc:picChg chg="del">
          <ac:chgData name="강희재" userId="5f137378-fb9e-4efa-89ca-3d5ddf85b964" providerId="ADAL" clId="{9D209F56-D225-47CE-A6DF-874DE24B66E6}" dt="2021-02-22T00:14:51.287" v="6" actId="478"/>
          <ac:picMkLst>
            <pc:docMk/>
            <pc:sldMk cId="4010864646" sldId="324"/>
            <ac:picMk id="41" creationId="{00000000-0000-0000-0000-000000000000}"/>
          </ac:picMkLst>
        </pc:picChg>
      </pc:sldChg>
    </pc:docChg>
  </pc:docChgLst>
  <pc:docChgLst>
    <pc:chgData name="강희재" userId="5f137378-fb9e-4efa-89ca-3d5ddf85b964" providerId="ADAL" clId="{8F891951-469F-4AB7-AE5C-59A0E481C176}"/>
    <pc:docChg chg="undo redo custSel addSld delSld modSld">
      <pc:chgData name="강희재" userId="5f137378-fb9e-4efa-89ca-3d5ddf85b964" providerId="ADAL" clId="{8F891951-469F-4AB7-AE5C-59A0E481C176}" dt="2021-02-02T00:48:42.989" v="1336"/>
      <pc:docMkLst>
        <pc:docMk/>
      </pc:docMkLst>
      <pc:sldChg chg="modSp mod">
        <pc:chgData name="강희재" userId="5f137378-fb9e-4efa-89ca-3d5ddf85b964" providerId="ADAL" clId="{8F891951-469F-4AB7-AE5C-59A0E481C176}" dt="2021-02-02T00:28:12.781" v="9"/>
        <pc:sldMkLst>
          <pc:docMk/>
          <pc:sldMk cId="3182785965" sldId="304"/>
        </pc:sldMkLst>
        <pc:spChg chg="mod">
          <ac:chgData name="강희재" userId="5f137378-fb9e-4efa-89ca-3d5ddf85b964" providerId="ADAL" clId="{8F891951-469F-4AB7-AE5C-59A0E481C176}" dt="2021-02-02T00:28:12.781" v="9"/>
          <ac:spMkLst>
            <pc:docMk/>
            <pc:sldMk cId="3182785965" sldId="304"/>
            <ac:spMk id="13" creationId="{00000000-0000-0000-0000-000000000000}"/>
          </ac:spMkLst>
        </pc:spChg>
      </pc:sldChg>
      <pc:sldChg chg="del">
        <pc:chgData name="강희재" userId="5f137378-fb9e-4efa-89ca-3d5ddf85b964" providerId="ADAL" clId="{8F891951-469F-4AB7-AE5C-59A0E481C176}" dt="2021-02-02T00:46:51.665" v="1170" actId="47"/>
        <pc:sldMkLst>
          <pc:docMk/>
          <pc:sldMk cId="550299942" sldId="310"/>
        </pc:sldMkLst>
      </pc:sldChg>
      <pc:sldChg chg="del">
        <pc:chgData name="강희재" userId="5f137378-fb9e-4efa-89ca-3d5ddf85b964" providerId="ADAL" clId="{8F891951-469F-4AB7-AE5C-59A0E481C176}" dt="2021-02-02T00:46:51.665" v="1170" actId="47"/>
        <pc:sldMkLst>
          <pc:docMk/>
          <pc:sldMk cId="2747845619" sldId="311"/>
        </pc:sldMkLst>
      </pc:sldChg>
      <pc:sldChg chg="addSp delSp modSp mod">
        <pc:chgData name="강희재" userId="5f137378-fb9e-4efa-89ca-3d5ddf85b964" providerId="ADAL" clId="{8F891951-469F-4AB7-AE5C-59A0E481C176}" dt="2021-02-02T00:48:42.989" v="1336"/>
        <pc:sldMkLst>
          <pc:docMk/>
          <pc:sldMk cId="3754260212" sldId="312"/>
        </pc:sldMkLst>
        <pc:spChg chg="mod">
          <ac:chgData name="강희재" userId="5f137378-fb9e-4efa-89ca-3d5ddf85b964" providerId="ADAL" clId="{8F891951-469F-4AB7-AE5C-59A0E481C176}" dt="2021-02-02T00:45:34.934" v="966" actId="20577"/>
          <ac:spMkLst>
            <pc:docMk/>
            <pc:sldMk cId="3754260212" sldId="312"/>
            <ac:spMk id="7" creationId="{00000000-0000-0000-0000-000000000000}"/>
          </ac:spMkLst>
        </pc:spChg>
        <pc:spChg chg="mod">
          <ac:chgData name="강희재" userId="5f137378-fb9e-4efa-89ca-3d5ddf85b964" providerId="ADAL" clId="{8F891951-469F-4AB7-AE5C-59A0E481C176}" dt="2021-02-02T00:48:30.790" v="1327" actId="207"/>
          <ac:spMkLst>
            <pc:docMk/>
            <pc:sldMk cId="3754260212" sldId="312"/>
            <ac:spMk id="14" creationId="{523B1517-9F72-4EFA-AC15-C16BA373338C}"/>
          </ac:spMkLst>
        </pc:spChg>
        <pc:spChg chg="mod">
          <ac:chgData name="강희재" userId="5f137378-fb9e-4efa-89ca-3d5ddf85b964" providerId="ADAL" clId="{8F891951-469F-4AB7-AE5C-59A0E481C176}" dt="2021-02-02T00:45:27.122" v="951" actId="14100"/>
          <ac:spMkLst>
            <pc:docMk/>
            <pc:sldMk cId="3754260212" sldId="312"/>
            <ac:spMk id="21" creationId="{AB782E37-24C0-4FE5-B274-C014065F91A1}"/>
          </ac:spMkLst>
        </pc:spChg>
        <pc:spChg chg="add mod">
          <ac:chgData name="강희재" userId="5f137378-fb9e-4efa-89ca-3d5ddf85b964" providerId="ADAL" clId="{8F891951-469F-4AB7-AE5C-59A0E481C176}" dt="2021-02-02T00:47:09.824" v="1174" actId="14100"/>
          <ac:spMkLst>
            <pc:docMk/>
            <pc:sldMk cId="3754260212" sldId="312"/>
            <ac:spMk id="24" creationId="{86E84416-18B2-4161-A4CA-DFA12EDECB29}"/>
          </ac:spMkLst>
        </pc:spChg>
        <pc:spChg chg="mod">
          <ac:chgData name="강희재" userId="5f137378-fb9e-4efa-89ca-3d5ddf85b964" providerId="ADAL" clId="{8F891951-469F-4AB7-AE5C-59A0E481C176}" dt="2021-02-02T00:48:42.989" v="1336"/>
          <ac:spMkLst>
            <pc:docMk/>
            <pc:sldMk cId="3754260212" sldId="312"/>
            <ac:spMk id="29" creationId="{F09AF341-2E0D-44D2-95BA-CFA025910D9E}"/>
          </ac:spMkLst>
        </pc:spChg>
        <pc:picChg chg="add mod ord">
          <ac:chgData name="강희재" userId="5f137378-fb9e-4efa-89ca-3d5ddf85b964" providerId="ADAL" clId="{8F891951-469F-4AB7-AE5C-59A0E481C176}" dt="2021-02-02T00:45:16.298" v="947" actId="167"/>
          <ac:picMkLst>
            <pc:docMk/>
            <pc:sldMk cId="3754260212" sldId="312"/>
            <ac:picMk id="5" creationId="{338D682A-F5C2-42D6-9786-B4EC41FE5B41}"/>
          </ac:picMkLst>
        </pc:picChg>
        <pc:picChg chg="add mod ord">
          <ac:chgData name="강희재" userId="5f137378-fb9e-4efa-89ca-3d5ddf85b964" providerId="ADAL" clId="{8F891951-469F-4AB7-AE5C-59A0E481C176}" dt="2021-02-02T00:46:14.929" v="983" actId="167"/>
          <ac:picMkLst>
            <pc:docMk/>
            <pc:sldMk cId="3754260212" sldId="312"/>
            <ac:picMk id="9" creationId="{6E549E44-1363-41A3-B8CF-F2E2365868B3}"/>
          </ac:picMkLst>
        </pc:picChg>
        <pc:picChg chg="del">
          <ac:chgData name="강희재" userId="5f137378-fb9e-4efa-89ca-3d5ddf85b964" providerId="ADAL" clId="{8F891951-469F-4AB7-AE5C-59A0E481C176}" dt="2021-02-02T00:45:17.043" v="948" actId="478"/>
          <ac:picMkLst>
            <pc:docMk/>
            <pc:sldMk cId="3754260212" sldId="312"/>
            <ac:picMk id="25" creationId="{787237D0-F85A-428D-A359-CA1631AD4B5A}"/>
          </ac:picMkLst>
        </pc:picChg>
        <pc:picChg chg="add del">
          <ac:chgData name="강희재" userId="5f137378-fb9e-4efa-89ca-3d5ddf85b964" providerId="ADAL" clId="{8F891951-469F-4AB7-AE5C-59A0E481C176}" dt="2021-02-02T00:46:13.154" v="982" actId="478"/>
          <ac:picMkLst>
            <pc:docMk/>
            <pc:sldMk cId="3754260212" sldId="312"/>
            <ac:picMk id="26" creationId="{4EEA05F8-6F52-4EBB-8CB7-3DC1166E1C89}"/>
          </ac:picMkLst>
        </pc:picChg>
      </pc:sldChg>
      <pc:sldChg chg="addSp delSp modSp mod">
        <pc:chgData name="강희재" userId="5f137378-fb9e-4efa-89ca-3d5ddf85b964" providerId="ADAL" clId="{8F891951-469F-4AB7-AE5C-59A0E481C176}" dt="2021-02-02T00:48:14.165" v="1325" actId="255"/>
        <pc:sldMkLst>
          <pc:docMk/>
          <pc:sldMk cId="3699712288" sldId="313"/>
        </pc:sldMkLst>
        <pc:spChg chg="mod">
          <ac:chgData name="강희재" userId="5f137378-fb9e-4efa-89ca-3d5ddf85b964" providerId="ADAL" clId="{8F891951-469F-4AB7-AE5C-59A0E481C176}" dt="2021-02-02T00:30:23.286" v="207" actId="6549"/>
          <ac:spMkLst>
            <pc:docMk/>
            <pc:sldMk cId="3699712288" sldId="313"/>
            <ac:spMk id="7" creationId="{00000000-0000-0000-0000-000000000000}"/>
          </ac:spMkLst>
        </pc:spChg>
        <pc:spChg chg="mod">
          <ac:chgData name="강희재" userId="5f137378-fb9e-4efa-89ca-3d5ddf85b964" providerId="ADAL" clId="{8F891951-469F-4AB7-AE5C-59A0E481C176}" dt="2021-02-02T00:48:14.165" v="1325" actId="255"/>
          <ac:spMkLst>
            <pc:docMk/>
            <pc:sldMk cId="3699712288" sldId="313"/>
            <ac:spMk id="14" creationId="{523B1517-9F72-4EFA-AC15-C16BA373338C}"/>
          </ac:spMkLst>
        </pc:spChg>
        <pc:spChg chg="del">
          <ac:chgData name="강희재" userId="5f137378-fb9e-4efa-89ca-3d5ddf85b964" providerId="ADAL" clId="{8F891951-469F-4AB7-AE5C-59A0E481C176}" dt="2021-02-02T00:28:30.923" v="12" actId="478"/>
          <ac:spMkLst>
            <pc:docMk/>
            <pc:sldMk cId="3699712288" sldId="313"/>
            <ac:spMk id="21" creationId="{AB782E37-24C0-4FE5-B274-C014065F91A1}"/>
          </ac:spMkLst>
        </pc:spChg>
        <pc:spChg chg="mod">
          <ac:chgData name="강희재" userId="5f137378-fb9e-4efa-89ca-3d5ddf85b964" providerId="ADAL" clId="{8F891951-469F-4AB7-AE5C-59A0E481C176}" dt="2021-02-02T00:32:48.961" v="219" actId="14100"/>
          <ac:spMkLst>
            <pc:docMk/>
            <pc:sldMk cId="3699712288" sldId="313"/>
            <ac:spMk id="24" creationId="{5A2879F5-08A6-4EDD-AAE8-EE480C8643C0}"/>
          </ac:spMkLst>
        </pc:spChg>
        <pc:spChg chg="del">
          <ac:chgData name="강희재" userId="5f137378-fb9e-4efa-89ca-3d5ddf85b964" providerId="ADAL" clId="{8F891951-469F-4AB7-AE5C-59A0E481C176}" dt="2021-02-02T00:29:33.744" v="30" actId="478"/>
          <ac:spMkLst>
            <pc:docMk/>
            <pc:sldMk cId="3699712288" sldId="313"/>
            <ac:spMk id="28" creationId="{FBF68F97-C32A-47A8-BAD2-6C17A01E7C24}"/>
          </ac:spMkLst>
        </pc:spChg>
        <pc:spChg chg="del">
          <ac:chgData name="강희재" userId="5f137378-fb9e-4efa-89ca-3d5ddf85b964" providerId="ADAL" clId="{8F891951-469F-4AB7-AE5C-59A0E481C176}" dt="2021-02-02T00:29:30.365" v="29" actId="478"/>
          <ac:spMkLst>
            <pc:docMk/>
            <pc:sldMk cId="3699712288" sldId="313"/>
            <ac:spMk id="29" creationId="{F09AF341-2E0D-44D2-95BA-CFA025910D9E}"/>
          </ac:spMkLst>
        </pc:spChg>
        <pc:spChg chg="mod">
          <ac:chgData name="강희재" userId="5f137378-fb9e-4efa-89ca-3d5ddf85b964" providerId="ADAL" clId="{8F891951-469F-4AB7-AE5C-59A0E481C176}" dt="2021-02-02T00:32:46.448" v="218" actId="1076"/>
          <ac:spMkLst>
            <pc:docMk/>
            <pc:sldMk cId="3699712288" sldId="313"/>
            <ac:spMk id="31" creationId="{57E8ED15-2990-4A32-9173-9A188546741D}"/>
          </ac:spMkLst>
        </pc:spChg>
        <pc:spChg chg="del">
          <ac:chgData name="강희재" userId="5f137378-fb9e-4efa-89ca-3d5ddf85b964" providerId="ADAL" clId="{8F891951-469F-4AB7-AE5C-59A0E481C176}" dt="2021-02-02T00:28:29.659" v="11" actId="478"/>
          <ac:spMkLst>
            <pc:docMk/>
            <pc:sldMk cId="3699712288" sldId="313"/>
            <ac:spMk id="32" creationId="{DFCA3417-40A7-4398-892D-6F3C00EE46D2}"/>
          </ac:spMkLst>
        </pc:spChg>
        <pc:picChg chg="add del mod ord">
          <ac:chgData name="강희재" userId="5f137378-fb9e-4efa-89ca-3d5ddf85b964" providerId="ADAL" clId="{8F891951-469F-4AB7-AE5C-59A0E481C176}" dt="2021-02-02T00:32:39.953" v="217" actId="478"/>
          <ac:picMkLst>
            <pc:docMk/>
            <pc:sldMk cId="3699712288" sldId="313"/>
            <ac:picMk id="5" creationId="{3FE04CEA-9B11-4092-993F-FF7E4E249FE5}"/>
          </ac:picMkLst>
        </pc:picChg>
        <pc:picChg chg="add mod ord">
          <ac:chgData name="강희재" userId="5f137378-fb9e-4efa-89ca-3d5ddf85b964" providerId="ADAL" clId="{8F891951-469F-4AB7-AE5C-59A0E481C176}" dt="2021-02-02T00:32:39.154" v="216" actId="167"/>
          <ac:picMkLst>
            <pc:docMk/>
            <pc:sldMk cId="3699712288" sldId="313"/>
            <ac:picMk id="9" creationId="{B9582270-D40B-4B25-90EE-B549A6D9A723}"/>
          </ac:picMkLst>
        </pc:picChg>
        <pc:picChg chg="del">
          <ac:chgData name="강희재" userId="5f137378-fb9e-4efa-89ca-3d5ddf85b964" providerId="ADAL" clId="{8F891951-469F-4AB7-AE5C-59A0E481C176}" dt="2021-02-02T00:29:11.822" v="24" actId="478"/>
          <ac:picMkLst>
            <pc:docMk/>
            <pc:sldMk cId="3699712288" sldId="313"/>
            <ac:picMk id="20" creationId="{AD1211A4-D6B0-4243-8CBA-89814ADBD567}"/>
          </ac:picMkLst>
        </pc:picChg>
        <pc:picChg chg="del">
          <ac:chgData name="강희재" userId="5f137378-fb9e-4efa-89ca-3d5ddf85b964" providerId="ADAL" clId="{8F891951-469F-4AB7-AE5C-59A0E481C176}" dt="2021-02-02T00:28:28.803" v="10" actId="478"/>
          <ac:picMkLst>
            <pc:docMk/>
            <pc:sldMk cId="3699712288" sldId="313"/>
            <ac:picMk id="22" creationId="{2CD4A8C9-B03A-4541-A1E3-4EAC7B69D88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8:09.525" v="1324" actId="255"/>
        <pc:sldMkLst>
          <pc:docMk/>
          <pc:sldMk cId="792761159" sldId="314"/>
        </pc:sldMkLst>
        <pc:spChg chg="mod">
          <ac:chgData name="강희재" userId="5f137378-fb9e-4efa-89ca-3d5ddf85b964" providerId="ADAL" clId="{8F891951-469F-4AB7-AE5C-59A0E481C176}" dt="2021-02-02T00:48:09.525" v="1324" actId="255"/>
          <ac:spMkLst>
            <pc:docMk/>
            <pc:sldMk cId="792761159" sldId="314"/>
            <ac:spMk id="14" creationId="{523B1517-9F72-4EFA-AC15-C16BA373338C}"/>
          </ac:spMkLst>
        </pc:spChg>
        <pc:spChg chg="mod">
          <ac:chgData name="강희재" userId="5f137378-fb9e-4efa-89ca-3d5ddf85b964" providerId="ADAL" clId="{8F891951-469F-4AB7-AE5C-59A0E481C176}" dt="2021-02-02T00:34:11.958" v="274" actId="14100"/>
          <ac:spMkLst>
            <pc:docMk/>
            <pc:sldMk cId="792761159" sldId="314"/>
            <ac:spMk id="24" creationId="{5A2879F5-08A6-4EDD-AAE8-EE480C8643C0}"/>
          </ac:spMkLst>
        </pc:spChg>
        <pc:spChg chg="add mod">
          <ac:chgData name="강희재" userId="5f137378-fb9e-4efa-89ca-3d5ddf85b964" providerId="ADAL" clId="{8F891951-469F-4AB7-AE5C-59A0E481C176}" dt="2021-02-02T00:37:08.819" v="600" actId="14100"/>
          <ac:spMkLst>
            <pc:docMk/>
            <pc:sldMk cId="792761159" sldId="314"/>
            <ac:spMk id="25" creationId="{A04659F1-AE11-4C42-A84C-71D2FEB7C5DD}"/>
          </ac:spMkLst>
        </pc:spChg>
        <pc:spChg chg="add del mod">
          <ac:chgData name="강희재" userId="5f137378-fb9e-4efa-89ca-3d5ddf85b964" providerId="ADAL" clId="{8F891951-469F-4AB7-AE5C-59A0E481C176}" dt="2021-02-02T00:36:44.225" v="576"/>
          <ac:spMkLst>
            <pc:docMk/>
            <pc:sldMk cId="792761159" sldId="314"/>
            <ac:spMk id="26" creationId="{58023B74-36F3-4EB3-B37F-09953289755D}"/>
          </ac:spMkLst>
        </pc:spChg>
        <pc:spChg chg="add del mod">
          <ac:chgData name="강희재" userId="5f137378-fb9e-4efa-89ca-3d5ddf85b964" providerId="ADAL" clId="{8F891951-469F-4AB7-AE5C-59A0E481C176}" dt="2021-02-02T00:36:44.225" v="576"/>
          <ac:spMkLst>
            <pc:docMk/>
            <pc:sldMk cId="792761159" sldId="314"/>
            <ac:spMk id="27" creationId="{51D47EBE-8DD6-41EA-9CBD-5F2D3307F4DC}"/>
          </ac:spMkLst>
        </pc:spChg>
        <pc:spChg chg="add mod">
          <ac:chgData name="강희재" userId="5f137378-fb9e-4efa-89ca-3d5ddf85b964" providerId="ADAL" clId="{8F891951-469F-4AB7-AE5C-59A0E481C176}" dt="2021-02-02T00:36:48.787" v="585"/>
          <ac:spMkLst>
            <pc:docMk/>
            <pc:sldMk cId="792761159" sldId="314"/>
            <ac:spMk id="28" creationId="{BC658CD0-2213-4BA4-95E6-98094A433DC1}"/>
          </ac:spMkLst>
        </pc:spChg>
        <pc:spChg chg="add mod">
          <ac:chgData name="강희재" userId="5f137378-fb9e-4efa-89ca-3d5ddf85b964" providerId="ADAL" clId="{8F891951-469F-4AB7-AE5C-59A0E481C176}" dt="2021-02-02T00:48:05.397" v="1323" actId="255"/>
          <ac:spMkLst>
            <pc:docMk/>
            <pc:sldMk cId="792761159" sldId="314"/>
            <ac:spMk id="29" creationId="{B3D96E37-AF41-45D6-B6FC-BB5E15E1B5AB}"/>
          </ac:spMkLst>
        </pc:spChg>
        <pc:spChg chg="add mod">
          <ac:chgData name="강희재" userId="5f137378-fb9e-4efa-89ca-3d5ddf85b964" providerId="ADAL" clId="{8F891951-469F-4AB7-AE5C-59A0E481C176}" dt="2021-02-02T00:37:04.124" v="599" actId="20577"/>
          <ac:spMkLst>
            <pc:docMk/>
            <pc:sldMk cId="792761159" sldId="314"/>
            <ac:spMk id="30" creationId="{ADDB4D61-82E7-4322-9564-068F6CC853E1}"/>
          </ac:spMkLst>
        </pc:spChg>
        <pc:spChg chg="mod">
          <ac:chgData name="강희재" userId="5f137378-fb9e-4efa-89ca-3d5ddf85b964" providerId="ADAL" clId="{8F891951-469F-4AB7-AE5C-59A0E481C176}" dt="2021-02-02T00:34:08.795" v="273" actId="1076"/>
          <ac:spMkLst>
            <pc:docMk/>
            <pc:sldMk cId="792761159" sldId="314"/>
            <ac:spMk id="31" creationId="{57E8ED15-2990-4A32-9173-9A188546741D}"/>
          </ac:spMkLst>
        </pc:spChg>
        <pc:picChg chg="del">
          <ac:chgData name="강희재" userId="5f137378-fb9e-4efa-89ca-3d5ddf85b964" providerId="ADAL" clId="{8F891951-469F-4AB7-AE5C-59A0E481C176}" dt="2021-02-02T00:34:04.106" v="272" actId="478"/>
          <ac:picMkLst>
            <pc:docMk/>
            <pc:sldMk cId="792761159" sldId="314"/>
            <ac:picMk id="5" creationId="{3FE04CEA-9B11-4092-993F-FF7E4E249FE5}"/>
          </ac:picMkLst>
        </pc:picChg>
        <pc:picChg chg="add del">
          <ac:chgData name="강희재" userId="5f137378-fb9e-4efa-89ca-3d5ddf85b964" providerId="ADAL" clId="{8F891951-469F-4AB7-AE5C-59A0E481C176}" dt="2021-02-02T00:32:27.127" v="210" actId="22"/>
          <ac:picMkLst>
            <pc:docMk/>
            <pc:sldMk cId="792761159" sldId="314"/>
            <ac:picMk id="8" creationId="{A13FC02B-C25E-4BFD-B1DD-3483EACD4A11}"/>
          </ac:picMkLst>
        </pc:picChg>
        <pc:picChg chg="add mod ord">
          <ac:chgData name="강희재" userId="5f137378-fb9e-4efa-89ca-3d5ddf85b964" providerId="ADAL" clId="{8F891951-469F-4AB7-AE5C-59A0E481C176}" dt="2021-02-02T00:34:03.275" v="271" actId="167"/>
          <ac:picMkLst>
            <pc:docMk/>
            <pc:sldMk cId="792761159" sldId="314"/>
            <ac:picMk id="12" creationId="{92944AF2-0333-4342-A2F4-3A92308B813F}"/>
          </ac:picMkLst>
        </pc:picChg>
        <pc:picChg chg="add del mod">
          <ac:chgData name="강희재" userId="5f137378-fb9e-4efa-89ca-3d5ddf85b964" providerId="ADAL" clId="{8F891951-469F-4AB7-AE5C-59A0E481C176}" dt="2021-02-02T00:36:03.998" v="566" actId="22"/>
          <ac:picMkLst>
            <pc:docMk/>
            <pc:sldMk cId="792761159" sldId="314"/>
            <ac:picMk id="16" creationId="{95E9A663-F307-4689-8B7E-FED649CC4DFB}"/>
          </ac:picMkLst>
        </pc:picChg>
        <pc:picChg chg="add mod">
          <ac:chgData name="강희재" userId="5f137378-fb9e-4efa-89ca-3d5ddf85b964" providerId="ADAL" clId="{8F891951-469F-4AB7-AE5C-59A0E481C176}" dt="2021-02-02T00:36:27.787" v="571" actId="108"/>
          <ac:picMkLst>
            <pc:docMk/>
            <pc:sldMk cId="792761159" sldId="314"/>
            <ac:picMk id="18" creationId="{FF0A3090-20FF-4DA1-AC99-FF9C26F72A4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39:18.557" v="625" actId="20577"/>
        <pc:sldMkLst>
          <pc:docMk/>
          <pc:sldMk cId="2348688726" sldId="315"/>
        </pc:sldMkLst>
        <pc:spChg chg="mod">
          <ac:chgData name="강희재" userId="5f137378-fb9e-4efa-89ca-3d5ddf85b964" providerId="ADAL" clId="{8F891951-469F-4AB7-AE5C-59A0E481C176}" dt="2021-02-02T00:39:18.557" v="625" actId="20577"/>
          <ac:spMkLst>
            <pc:docMk/>
            <pc:sldMk cId="2348688726" sldId="315"/>
            <ac:spMk id="14" creationId="{523B1517-9F72-4EFA-AC15-C16BA373338C}"/>
          </ac:spMkLst>
        </pc:spChg>
        <pc:spChg chg="del">
          <ac:chgData name="강희재" userId="5f137378-fb9e-4efa-89ca-3d5ddf85b964" providerId="ADAL" clId="{8F891951-469F-4AB7-AE5C-59A0E481C176}" dt="2021-02-02T00:39:09.116" v="617" actId="478"/>
          <ac:spMkLst>
            <pc:docMk/>
            <pc:sldMk cId="2348688726" sldId="315"/>
            <ac:spMk id="24" creationId="{5A2879F5-08A6-4EDD-AAE8-EE480C8643C0}"/>
          </ac:spMkLst>
        </pc:spChg>
        <pc:spChg chg="mod">
          <ac:chgData name="강희재" userId="5f137378-fb9e-4efa-89ca-3d5ddf85b964" providerId="ADAL" clId="{8F891951-469F-4AB7-AE5C-59A0E481C176}" dt="2021-02-02T00:39:06.132" v="615" actId="14100"/>
          <ac:spMkLst>
            <pc:docMk/>
            <pc:sldMk cId="2348688726" sldId="315"/>
            <ac:spMk id="25" creationId="{A04659F1-AE11-4C42-A84C-71D2FEB7C5DD}"/>
          </ac:spMkLst>
        </pc:spChg>
        <pc:spChg chg="del">
          <ac:chgData name="강희재" userId="5f137378-fb9e-4efa-89ca-3d5ddf85b964" providerId="ADAL" clId="{8F891951-469F-4AB7-AE5C-59A0E481C176}" dt="2021-02-02T00:39:11.745" v="618" actId="478"/>
          <ac:spMkLst>
            <pc:docMk/>
            <pc:sldMk cId="2348688726" sldId="315"/>
            <ac:spMk id="28" creationId="{BC658CD0-2213-4BA4-95E6-98094A433DC1}"/>
          </ac:spMkLst>
        </pc:spChg>
        <pc:spChg chg="del">
          <ac:chgData name="강희재" userId="5f137378-fb9e-4efa-89ca-3d5ddf85b964" providerId="ADAL" clId="{8F891951-469F-4AB7-AE5C-59A0E481C176}" dt="2021-02-02T00:39:11.745" v="618" actId="478"/>
          <ac:spMkLst>
            <pc:docMk/>
            <pc:sldMk cId="2348688726" sldId="315"/>
            <ac:spMk id="29" creationId="{B3D96E37-AF41-45D6-B6FC-BB5E15E1B5AB}"/>
          </ac:spMkLst>
        </pc:spChg>
        <pc:spChg chg="mod">
          <ac:chgData name="강희재" userId="5f137378-fb9e-4efa-89ca-3d5ddf85b964" providerId="ADAL" clId="{8F891951-469F-4AB7-AE5C-59A0E481C176}" dt="2021-02-02T00:39:07.259" v="616" actId="20577"/>
          <ac:spMkLst>
            <pc:docMk/>
            <pc:sldMk cId="2348688726" sldId="315"/>
            <ac:spMk id="30" creationId="{ADDB4D61-82E7-4322-9564-068F6CC853E1}"/>
          </ac:spMkLst>
        </pc:spChg>
        <pc:spChg chg="del">
          <ac:chgData name="강희재" userId="5f137378-fb9e-4efa-89ca-3d5ddf85b964" providerId="ADAL" clId="{8F891951-469F-4AB7-AE5C-59A0E481C176}" dt="2021-02-02T00:39:09.116" v="617" actId="478"/>
          <ac:spMkLst>
            <pc:docMk/>
            <pc:sldMk cId="2348688726" sldId="315"/>
            <ac:spMk id="31" creationId="{57E8ED15-2990-4A32-9173-9A188546741D}"/>
          </ac:spMkLst>
        </pc:spChg>
        <pc:picChg chg="add mod ord">
          <ac:chgData name="강희재" userId="5f137378-fb9e-4efa-89ca-3d5ddf85b964" providerId="ADAL" clId="{8F891951-469F-4AB7-AE5C-59A0E481C176}" dt="2021-02-02T00:38:58.050" v="613" actId="1076"/>
          <ac:picMkLst>
            <pc:docMk/>
            <pc:sldMk cId="2348688726" sldId="315"/>
            <ac:picMk id="5" creationId="{AE370786-4D7A-43AA-8C04-22C097150B09}"/>
          </ac:picMkLst>
        </pc:picChg>
        <pc:picChg chg="del">
          <ac:chgData name="강희재" userId="5f137378-fb9e-4efa-89ca-3d5ddf85b964" providerId="ADAL" clId="{8F891951-469F-4AB7-AE5C-59A0E481C176}" dt="2021-02-02T00:38:27.676" v="607" actId="478"/>
          <ac:picMkLst>
            <pc:docMk/>
            <pc:sldMk cId="2348688726" sldId="315"/>
            <ac:picMk id="12" creationId="{92944AF2-0333-4342-A2F4-3A92308B813F}"/>
          </ac:picMkLst>
        </pc:picChg>
        <pc:picChg chg="del">
          <ac:chgData name="강희재" userId="5f137378-fb9e-4efa-89ca-3d5ddf85b964" providerId="ADAL" clId="{8F891951-469F-4AB7-AE5C-59A0E481C176}" dt="2021-02-02T00:38:29.326" v="608" actId="478"/>
          <ac:picMkLst>
            <pc:docMk/>
            <pc:sldMk cId="2348688726" sldId="315"/>
            <ac:picMk id="18" creationId="{FF0A3090-20FF-4DA1-AC99-FF9C26F72A4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0:12.530" v="632" actId="478"/>
        <pc:sldMkLst>
          <pc:docMk/>
          <pc:sldMk cId="4202527181" sldId="316"/>
        </pc:sldMkLst>
        <pc:picChg chg="del">
          <ac:chgData name="강희재" userId="5f137378-fb9e-4efa-89ca-3d5ddf85b964" providerId="ADAL" clId="{8F891951-469F-4AB7-AE5C-59A0E481C176}" dt="2021-02-02T00:40:12.530" v="632" actId="478"/>
          <ac:picMkLst>
            <pc:docMk/>
            <pc:sldMk cId="4202527181" sldId="316"/>
            <ac:picMk id="5" creationId="{AE370786-4D7A-43AA-8C04-22C097150B09}"/>
          </ac:picMkLst>
        </pc:picChg>
        <pc:picChg chg="add mod ord">
          <ac:chgData name="강희재" userId="5f137378-fb9e-4efa-89ca-3d5ddf85b964" providerId="ADAL" clId="{8F891951-469F-4AB7-AE5C-59A0E481C176}" dt="2021-02-02T00:40:10.804" v="631" actId="167"/>
          <ac:picMkLst>
            <pc:docMk/>
            <pc:sldMk cId="4202527181" sldId="316"/>
            <ac:picMk id="8" creationId="{83998FF2-AD3B-491F-B892-6FF6CD22AFC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0:39.058" v="648" actId="20577"/>
        <pc:sldMkLst>
          <pc:docMk/>
          <pc:sldMk cId="2926726735" sldId="317"/>
        </pc:sldMkLst>
        <pc:spChg chg="mod">
          <ac:chgData name="강희재" userId="5f137378-fb9e-4efa-89ca-3d5ddf85b964" providerId="ADAL" clId="{8F891951-469F-4AB7-AE5C-59A0E481C176}" dt="2021-02-02T00:40:39.058" v="648" actId="20577"/>
          <ac:spMkLst>
            <pc:docMk/>
            <pc:sldMk cId="2926726735" sldId="317"/>
            <ac:spMk id="14" creationId="{523B1517-9F72-4EFA-AC15-C16BA373338C}"/>
          </ac:spMkLst>
        </pc:spChg>
        <pc:picChg chg="add mod ord">
          <ac:chgData name="강희재" userId="5f137378-fb9e-4efa-89ca-3d5ddf85b964" providerId="ADAL" clId="{8F891951-469F-4AB7-AE5C-59A0E481C176}" dt="2021-02-02T00:40:33.514" v="638" actId="167"/>
          <ac:picMkLst>
            <pc:docMk/>
            <pc:sldMk cId="2926726735" sldId="317"/>
            <ac:picMk id="5" creationId="{19A860E1-E30C-4C6A-9B15-1A3832A1CF38}"/>
          </ac:picMkLst>
        </pc:picChg>
        <pc:picChg chg="del">
          <ac:chgData name="강희재" userId="5f137378-fb9e-4efa-89ca-3d5ddf85b964" providerId="ADAL" clId="{8F891951-469F-4AB7-AE5C-59A0E481C176}" dt="2021-02-02T00:40:34.952" v="639" actId="478"/>
          <ac:picMkLst>
            <pc:docMk/>
            <pc:sldMk cId="2926726735" sldId="317"/>
            <ac:picMk id="8" creationId="{83998FF2-AD3B-491F-B892-6FF6CD22AFC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7:52.304" v="1319"/>
        <pc:sldMkLst>
          <pc:docMk/>
          <pc:sldMk cId="1092671426" sldId="318"/>
        </pc:sldMkLst>
        <pc:spChg chg="mod">
          <ac:chgData name="강희재" userId="5f137378-fb9e-4efa-89ca-3d5ddf85b964" providerId="ADAL" clId="{8F891951-469F-4AB7-AE5C-59A0E481C176}" dt="2021-02-02T00:47:52.304" v="1319"/>
          <ac:spMkLst>
            <pc:docMk/>
            <pc:sldMk cId="1092671426" sldId="318"/>
            <ac:spMk id="14" creationId="{523B1517-9F72-4EFA-AC15-C16BA373338C}"/>
          </ac:spMkLst>
        </pc:spChg>
        <pc:spChg chg="add mod">
          <ac:chgData name="강희재" userId="5f137378-fb9e-4efa-89ca-3d5ddf85b964" providerId="ADAL" clId="{8F891951-469F-4AB7-AE5C-59A0E481C176}" dt="2021-02-02T00:43:26.359" v="821" actId="1076"/>
          <ac:spMkLst>
            <pc:docMk/>
            <pc:sldMk cId="1092671426" sldId="318"/>
            <ac:spMk id="22" creationId="{6CFBC2AA-1FEA-4BCE-9EA7-8F7A59E730C9}"/>
          </ac:spMkLst>
        </pc:spChg>
        <pc:spChg chg="add del">
          <ac:chgData name="강희재" userId="5f137378-fb9e-4efa-89ca-3d5ddf85b964" providerId="ADAL" clId="{8F891951-469F-4AB7-AE5C-59A0E481C176}" dt="2021-02-02T00:42:32.598" v="733" actId="478"/>
          <ac:spMkLst>
            <pc:docMk/>
            <pc:sldMk cId="1092671426" sldId="318"/>
            <ac:spMk id="25" creationId="{A04659F1-AE11-4C42-A84C-71D2FEB7C5DD}"/>
          </ac:spMkLst>
        </pc:spChg>
        <pc:spChg chg="add del mod">
          <ac:chgData name="강희재" userId="5f137378-fb9e-4efa-89ca-3d5ddf85b964" providerId="ADAL" clId="{8F891951-469F-4AB7-AE5C-59A0E481C176}" dt="2021-02-02T00:42:30.221" v="732" actId="1076"/>
          <ac:spMkLst>
            <pc:docMk/>
            <pc:sldMk cId="1092671426" sldId="318"/>
            <ac:spMk id="30" creationId="{ADDB4D61-82E7-4322-9564-068F6CC853E1}"/>
          </ac:spMkLst>
        </pc:spChg>
        <pc:picChg chg="del">
          <ac:chgData name="강희재" userId="5f137378-fb9e-4efa-89ca-3d5ddf85b964" providerId="ADAL" clId="{8F891951-469F-4AB7-AE5C-59A0E481C176}" dt="2021-02-02T00:41:39.862" v="654" actId="478"/>
          <ac:picMkLst>
            <pc:docMk/>
            <pc:sldMk cId="1092671426" sldId="318"/>
            <ac:picMk id="5" creationId="{19A860E1-E30C-4C6A-9B15-1A3832A1CF38}"/>
          </ac:picMkLst>
        </pc:picChg>
        <pc:picChg chg="add mod ord">
          <ac:chgData name="강희재" userId="5f137378-fb9e-4efa-89ca-3d5ddf85b964" providerId="ADAL" clId="{8F891951-469F-4AB7-AE5C-59A0E481C176}" dt="2021-02-02T00:41:38.098" v="653" actId="167"/>
          <ac:picMkLst>
            <pc:docMk/>
            <pc:sldMk cId="1092671426" sldId="318"/>
            <ac:picMk id="8" creationId="{C7826910-0440-4F90-8EB6-355F82FDAA09}"/>
          </ac:picMkLst>
        </pc:picChg>
        <pc:picChg chg="add mod">
          <ac:chgData name="강희재" userId="5f137378-fb9e-4efa-89ca-3d5ddf85b964" providerId="ADAL" clId="{8F891951-469F-4AB7-AE5C-59A0E481C176}" dt="2021-02-02T00:42:46.908" v="738" actId="1076"/>
          <ac:picMkLst>
            <pc:docMk/>
            <pc:sldMk cId="1092671426" sldId="318"/>
            <ac:picMk id="12" creationId="{8BB648EA-71AB-4AEB-95D5-A5955EFE0A29}"/>
          </ac:picMkLst>
        </pc:picChg>
        <pc:picChg chg="add mod">
          <ac:chgData name="강희재" userId="5f137378-fb9e-4efa-89ca-3d5ddf85b964" providerId="ADAL" clId="{8F891951-469F-4AB7-AE5C-59A0E481C176}" dt="2021-02-02T00:42:50.150" v="739" actId="1076"/>
          <ac:picMkLst>
            <pc:docMk/>
            <pc:sldMk cId="1092671426" sldId="318"/>
            <ac:picMk id="16" creationId="{32E17B2E-5107-4A34-877A-B392F40598F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7:48.917" v="1317" actId="108"/>
        <pc:sldMkLst>
          <pc:docMk/>
          <pc:sldMk cId="643341179" sldId="319"/>
        </pc:sldMkLst>
        <pc:spChg chg="mod">
          <ac:chgData name="강희재" userId="5f137378-fb9e-4efa-89ca-3d5ddf85b964" providerId="ADAL" clId="{8F891951-469F-4AB7-AE5C-59A0E481C176}" dt="2021-02-02T00:47:48.917" v="1317" actId="108"/>
          <ac:spMkLst>
            <pc:docMk/>
            <pc:sldMk cId="643341179" sldId="319"/>
            <ac:spMk id="14" creationId="{523B1517-9F72-4EFA-AC15-C16BA373338C}"/>
          </ac:spMkLst>
        </pc:spChg>
        <pc:spChg chg="add mod">
          <ac:chgData name="강희재" userId="5f137378-fb9e-4efa-89ca-3d5ddf85b964" providerId="ADAL" clId="{8F891951-469F-4AB7-AE5C-59A0E481C176}" dt="2021-02-02T00:44:11.194" v="930" actId="1076"/>
          <ac:spMkLst>
            <pc:docMk/>
            <pc:sldMk cId="643341179" sldId="319"/>
            <ac:spMk id="20" creationId="{F17CAF3F-42B8-4EB6-AD41-DB7FF0BBB696}"/>
          </ac:spMkLst>
        </pc:spChg>
        <pc:spChg chg="del">
          <ac:chgData name="강희재" userId="5f137378-fb9e-4efa-89ca-3d5ddf85b964" providerId="ADAL" clId="{8F891951-469F-4AB7-AE5C-59A0E481C176}" dt="2021-02-02T00:43:55.614" v="923" actId="478"/>
          <ac:spMkLst>
            <pc:docMk/>
            <pc:sldMk cId="643341179" sldId="319"/>
            <ac:spMk id="22" creationId="{6CFBC2AA-1FEA-4BCE-9EA7-8F7A59E730C9}"/>
          </ac:spMkLst>
        </pc:spChg>
        <pc:spChg chg="mod">
          <ac:chgData name="강희재" userId="5f137378-fb9e-4efa-89ca-3d5ddf85b964" providerId="ADAL" clId="{8F891951-469F-4AB7-AE5C-59A0E481C176}" dt="2021-02-02T00:44:17.744" v="931" actId="1076"/>
          <ac:spMkLst>
            <pc:docMk/>
            <pc:sldMk cId="643341179" sldId="319"/>
            <ac:spMk id="30" creationId="{ADDB4D61-82E7-4322-9564-068F6CC853E1}"/>
          </ac:spMkLst>
        </pc:spChg>
        <pc:picChg chg="add mod ord">
          <ac:chgData name="강희재" userId="5f137378-fb9e-4efa-89ca-3d5ddf85b964" providerId="ADAL" clId="{8F891951-469F-4AB7-AE5C-59A0E481C176}" dt="2021-02-02T00:44:03.233" v="927" actId="167"/>
          <ac:picMkLst>
            <pc:docMk/>
            <pc:sldMk cId="643341179" sldId="319"/>
            <ac:picMk id="5" creationId="{6448E48E-4AA9-4D33-BDB7-0D119F74803B}"/>
          </ac:picMkLst>
        </pc:picChg>
        <pc:picChg chg="del">
          <ac:chgData name="강희재" userId="5f137378-fb9e-4efa-89ca-3d5ddf85b964" providerId="ADAL" clId="{8F891951-469F-4AB7-AE5C-59A0E481C176}" dt="2021-02-02T00:44:04.047" v="928" actId="478"/>
          <ac:picMkLst>
            <pc:docMk/>
            <pc:sldMk cId="643341179" sldId="319"/>
            <ac:picMk id="8" creationId="{C7826910-0440-4F90-8EB6-355F82FDAA09}"/>
          </ac:picMkLst>
        </pc:picChg>
        <pc:picChg chg="del">
          <ac:chgData name="강희재" userId="5f137378-fb9e-4efa-89ca-3d5ddf85b964" providerId="ADAL" clId="{8F891951-469F-4AB7-AE5C-59A0E481C176}" dt="2021-02-02T00:43:54.150" v="921" actId="478"/>
          <ac:picMkLst>
            <pc:docMk/>
            <pc:sldMk cId="643341179" sldId="319"/>
            <ac:picMk id="12" creationId="{8BB648EA-71AB-4AEB-95D5-A5955EFE0A29}"/>
          </ac:picMkLst>
        </pc:picChg>
        <pc:picChg chg="del">
          <ac:chgData name="강희재" userId="5f137378-fb9e-4efa-89ca-3d5ddf85b964" providerId="ADAL" clId="{8F891951-469F-4AB7-AE5C-59A0E481C176}" dt="2021-02-02T00:43:54.553" v="922" actId="478"/>
          <ac:picMkLst>
            <pc:docMk/>
            <pc:sldMk cId="643341179" sldId="319"/>
            <ac:picMk id="16" creationId="{32E17B2E-5107-4A34-877A-B392F40598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A6C6B-6632-4846-8023-FDB30B6C204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C46BF-388E-4046-A6CA-DC885367D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6720" y="6412528"/>
            <a:ext cx="1666240" cy="30895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44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4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0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56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8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56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1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81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12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754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576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486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93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22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57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88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39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62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5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13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01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3369391"/>
            <a:ext cx="3704859" cy="9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3416300" y="3369391"/>
            <a:ext cx="3405413" cy="94500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762445" y="2646918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E6FC6"/>
                </a:solidFill>
              </a:rPr>
              <a:t>그룹웨어 메뉴얼</a:t>
            </a:r>
            <a:endParaRPr lang="ko-KR" altLang="en-US" sz="2400" b="1" dirty="0">
              <a:solidFill>
                <a:srgbClr val="0E6FC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4917" y="3216533"/>
            <a:ext cx="1596912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 </a:t>
            </a:r>
            <a:r>
              <a:rPr lang="ko-KR" alt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회의실 예약</a:t>
            </a:r>
            <a:endParaRPr lang="en-US" altLang="ko-KR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720870" y="3144411"/>
            <a:ext cx="447113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8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B820451-F067-4C5B-9923-E5BC37094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4380"/>
            <a:ext cx="7109455" cy="44712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회의실 예약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그룹웨어 </a:t>
            </a:r>
            <a:r>
              <a:rPr lang="ko-KR" altLang="en-US" sz="1100" dirty="0" err="1"/>
              <a:t>메인페이지에</a:t>
            </a:r>
            <a:r>
              <a:rPr lang="ko-KR" altLang="en-US" sz="1100" dirty="0"/>
              <a:t> 있는 </a:t>
            </a:r>
            <a:r>
              <a:rPr lang="ko-KR" altLang="en-US" sz="1100" dirty="0">
                <a:solidFill>
                  <a:srgbClr val="FF0000"/>
                </a:solidFill>
              </a:rPr>
              <a:t>일정</a:t>
            </a:r>
            <a:r>
              <a:rPr lang="ko-KR" altLang="en-US" sz="1100" dirty="0"/>
              <a:t> 탭을 클릭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3063819" y="2192661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3277063" y="2451739"/>
            <a:ext cx="637712" cy="4724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712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B4FB205-174D-465C-B9C0-47F370A5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44379"/>
            <a:ext cx="7109455" cy="44712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회의실 예약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자원관리 탭을 누르면 아래 목록이 열리면서 </a:t>
            </a:r>
            <a:r>
              <a:rPr lang="ko-KR" altLang="en-US" sz="1100" dirty="0" err="1">
                <a:solidFill>
                  <a:srgbClr val="FF0000"/>
                </a:solidFill>
              </a:rPr>
              <a:t>자원캘린더</a:t>
            </a:r>
            <a:r>
              <a:rPr lang="ko-KR" altLang="en-US" sz="1100" dirty="0"/>
              <a:t> 라는 목록이 보임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1188837" y="342109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1402081" y="3680175"/>
            <a:ext cx="1073264" cy="6054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21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11A620-166C-4717-BE11-298C199BA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6" y="1844379"/>
            <a:ext cx="7109455" cy="44712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회의실 예약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우측 상단에 보이는 </a:t>
            </a:r>
            <a:r>
              <a:rPr lang="ko-KR" altLang="en-US" sz="1100" dirty="0">
                <a:solidFill>
                  <a:srgbClr val="FF0000"/>
                </a:solidFill>
              </a:rPr>
              <a:t>자원예약</a:t>
            </a:r>
            <a:r>
              <a:rPr lang="ko-KR" altLang="en-US" sz="1100" dirty="0"/>
              <a:t> 클릭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7451092" y="2525170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7664336" y="2784248"/>
            <a:ext cx="435955" cy="2914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04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11A620-166C-4717-BE11-298C199BA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6" y="1844379"/>
            <a:ext cx="7109455" cy="44712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회의실 예약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우측 상단에 보이는 </a:t>
            </a:r>
            <a:r>
              <a:rPr lang="ko-KR" altLang="en-US" sz="1100" dirty="0">
                <a:solidFill>
                  <a:srgbClr val="FF0000"/>
                </a:solidFill>
              </a:rPr>
              <a:t>자원예약</a:t>
            </a:r>
            <a:r>
              <a:rPr lang="ko-KR" altLang="en-US" sz="1100" dirty="0"/>
              <a:t> 클릭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7451092" y="2525170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7664336" y="2784248"/>
            <a:ext cx="435955" cy="2914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A27132-654C-48B9-A83E-62DD38855E0B}"/>
              </a:ext>
            </a:extLst>
          </p:cNvPr>
          <p:cNvSpPr/>
          <p:nvPr/>
        </p:nvSpPr>
        <p:spPr>
          <a:xfrm>
            <a:off x="2540000" y="3113996"/>
            <a:ext cx="5634182" cy="18089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F956341-D4CF-485F-8C38-72DAAF481D68}"/>
              </a:ext>
            </a:extLst>
          </p:cNvPr>
          <p:cNvSpPr/>
          <p:nvPr/>
        </p:nvSpPr>
        <p:spPr>
          <a:xfrm>
            <a:off x="2371554" y="285503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56D349F-342A-488C-926B-0AC772135F8D}"/>
              </a:ext>
            </a:extLst>
          </p:cNvPr>
          <p:cNvSpPr/>
          <p:nvPr/>
        </p:nvSpPr>
        <p:spPr>
          <a:xfrm>
            <a:off x="9141426" y="292700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BF6D6B-9012-4B81-9695-0B88105228F7}"/>
              </a:ext>
            </a:extLst>
          </p:cNvPr>
          <p:cNvSpPr txBox="1"/>
          <p:nvPr/>
        </p:nvSpPr>
        <p:spPr>
          <a:xfrm>
            <a:off x="9429598" y="2883401"/>
            <a:ext cx="2442279" cy="4308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달력에 예약되어 있는 자원들의 현황을 볼 수 있음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06179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8AAF945-7992-48C9-BD96-600234720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6" y="1844379"/>
            <a:ext cx="7109454" cy="44712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회의실 예약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자원을 예약하고 싶은 것을 선택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사용자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예약명</a:t>
            </a:r>
            <a:r>
              <a:rPr lang="en-US" altLang="ko-KR" sz="1100" dirty="0"/>
              <a:t>, </a:t>
            </a:r>
            <a:r>
              <a:rPr lang="ko-KR" altLang="en-US" sz="1100" dirty="0"/>
              <a:t>예약기간</a:t>
            </a:r>
            <a:r>
              <a:rPr lang="en-US" altLang="ko-KR" sz="1100" dirty="0"/>
              <a:t>, </a:t>
            </a:r>
            <a:r>
              <a:rPr lang="ko-KR" altLang="en-US" sz="1100" dirty="0"/>
              <a:t>자원명을 필수로 작성 후 저장 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5793742" y="3334795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6006986" y="3593873"/>
            <a:ext cx="435955" cy="2914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368E1FB-5D23-4ED6-A1C3-DA4F82C6F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539" y="1943190"/>
            <a:ext cx="2217044" cy="42736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D241B18-CCE1-4952-8293-43A359448444}"/>
              </a:ext>
            </a:extLst>
          </p:cNvPr>
          <p:cNvCxnSpPr>
            <a:stCxn id="24" idx="3"/>
          </p:cNvCxnSpPr>
          <p:nvPr/>
        </p:nvCxnSpPr>
        <p:spPr>
          <a:xfrm>
            <a:off x="6442941" y="3739604"/>
            <a:ext cx="17159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1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38364AC-C83B-46FE-A5E4-51A01FC9F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2" y="1844378"/>
            <a:ext cx="7109455" cy="44712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회의실 예약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자원 예약 후 저장되어 있는 목록을 확인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5469892" y="2972845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5683136" y="3231923"/>
            <a:ext cx="870064" cy="35900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864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3718</TotalTime>
  <Words>112</Words>
  <Application>Microsoft Office PowerPoint</Application>
  <PresentationFormat>와이드스크린</PresentationFormat>
  <Paragraphs>43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</dc:title>
  <dc:creator>misojiin</dc:creator>
  <cp:lastModifiedBy>강희재</cp:lastModifiedBy>
  <cp:revision>910</cp:revision>
  <cp:lastPrinted>2017-11-30T00:03:07Z</cp:lastPrinted>
  <dcterms:created xsi:type="dcterms:W3CDTF">2017-11-15T03:54:21Z</dcterms:created>
  <dcterms:modified xsi:type="dcterms:W3CDTF">2021-02-22T00:14:53Z</dcterms:modified>
</cp:coreProperties>
</file>