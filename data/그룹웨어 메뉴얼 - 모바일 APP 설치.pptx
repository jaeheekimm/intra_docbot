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sldIdLst>
    <p:sldId id="304" r:id="rId3"/>
    <p:sldId id="313" r:id="rId4"/>
    <p:sldId id="312" r:id="rId5"/>
    <p:sldId id="311" r:id="rId6"/>
    <p:sldId id="310" r:id="rId7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6FC6"/>
    <a:srgbClr val="C3C7CE"/>
    <a:srgbClr val="30D1B7"/>
    <a:srgbClr val="43E183"/>
    <a:srgbClr val="FBDC23"/>
    <a:srgbClr val="FFC000"/>
    <a:srgbClr val="24DC6E"/>
    <a:srgbClr val="2CD4A6"/>
    <a:srgbClr val="FDEC87"/>
    <a:srgbClr val="40B2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4A0ED0-BA6F-4645-B715-FBCB872BCB0B}" v="9" dt="2021-02-21T23:56:20.1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5" autoAdjust="0"/>
    <p:restoredTop sz="90554" autoAdjust="0"/>
  </p:normalViewPr>
  <p:slideViewPr>
    <p:cSldViewPr snapToGrid="0">
      <p:cViewPr varScale="1">
        <p:scale>
          <a:sx n="104" d="100"/>
          <a:sy n="104" d="100"/>
        </p:scale>
        <p:origin x="2682" y="108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강희재" userId="5f137378-fb9e-4efa-89ca-3d5ddf85b964" providerId="ADAL" clId="{670A3107-CC4E-4DBE-855E-71F6E8911ED4}"/>
    <pc:docChg chg="custSel addSld delSld modSld">
      <pc:chgData name="강희재" userId="5f137378-fb9e-4efa-89ca-3d5ddf85b964" providerId="ADAL" clId="{670A3107-CC4E-4DBE-855E-71F6E8911ED4}" dt="2021-02-01T05:37:22.030" v="357" actId="20577"/>
      <pc:docMkLst>
        <pc:docMk/>
      </pc:docMkLst>
      <pc:sldChg chg="del">
        <pc:chgData name="강희재" userId="5f137378-fb9e-4efa-89ca-3d5ddf85b964" providerId="ADAL" clId="{670A3107-CC4E-4DBE-855E-71F6E8911ED4}" dt="2021-02-01T05:37:07.427" v="337" actId="47"/>
        <pc:sldMkLst>
          <pc:docMk/>
          <pc:sldMk cId="1152526190" sldId="306"/>
        </pc:sldMkLst>
      </pc:sldChg>
      <pc:sldChg chg="del">
        <pc:chgData name="강희재" userId="5f137378-fb9e-4efa-89ca-3d5ddf85b964" providerId="ADAL" clId="{670A3107-CC4E-4DBE-855E-71F6E8911ED4}" dt="2021-02-01T05:34:03.477" v="270" actId="47"/>
        <pc:sldMkLst>
          <pc:docMk/>
          <pc:sldMk cId="3267967954" sldId="307"/>
        </pc:sldMkLst>
      </pc:sldChg>
      <pc:sldChg chg="del">
        <pc:chgData name="강희재" userId="5f137378-fb9e-4efa-89ca-3d5ddf85b964" providerId="ADAL" clId="{670A3107-CC4E-4DBE-855E-71F6E8911ED4}" dt="2021-02-01T05:30:34.457" v="26" actId="47"/>
        <pc:sldMkLst>
          <pc:docMk/>
          <pc:sldMk cId="1878539657" sldId="308"/>
        </pc:sldMkLst>
      </pc:sldChg>
      <pc:sldChg chg="del">
        <pc:chgData name="강희재" userId="5f137378-fb9e-4efa-89ca-3d5ddf85b964" providerId="ADAL" clId="{670A3107-CC4E-4DBE-855E-71F6E8911ED4}" dt="2021-02-01T05:30:17.257" v="24" actId="47"/>
        <pc:sldMkLst>
          <pc:docMk/>
          <pc:sldMk cId="2365907134" sldId="309"/>
        </pc:sldMkLst>
      </pc:sldChg>
      <pc:sldChg chg="modSp mod">
        <pc:chgData name="강희재" userId="5f137378-fb9e-4efa-89ca-3d5ddf85b964" providerId="ADAL" clId="{670A3107-CC4E-4DBE-855E-71F6E8911ED4}" dt="2021-02-01T05:33:40.911" v="264" actId="404"/>
        <pc:sldMkLst>
          <pc:docMk/>
          <pc:sldMk cId="550299942" sldId="310"/>
        </pc:sldMkLst>
        <pc:spChg chg="mod">
          <ac:chgData name="강희재" userId="5f137378-fb9e-4efa-89ca-3d5ddf85b964" providerId="ADAL" clId="{670A3107-CC4E-4DBE-855E-71F6E8911ED4}" dt="2021-02-01T05:33:40.911" v="264" actId="404"/>
          <ac:spMkLst>
            <pc:docMk/>
            <pc:sldMk cId="550299942" sldId="310"/>
            <ac:spMk id="29" creationId="{F09AF341-2E0D-44D2-95BA-CFA025910D9E}"/>
          </ac:spMkLst>
        </pc:spChg>
      </pc:sldChg>
      <pc:sldChg chg="addSp delSp modSp mod">
        <pc:chgData name="강희재" userId="5f137378-fb9e-4efa-89ca-3d5ddf85b964" providerId="ADAL" clId="{670A3107-CC4E-4DBE-855E-71F6E8911ED4}" dt="2021-02-01T05:33:31.613" v="263" actId="404"/>
        <pc:sldMkLst>
          <pc:docMk/>
          <pc:sldMk cId="2747845619" sldId="311"/>
        </pc:sldMkLst>
        <pc:spChg chg="mod">
          <ac:chgData name="강희재" userId="5f137378-fb9e-4efa-89ca-3d5ddf85b964" providerId="ADAL" clId="{670A3107-CC4E-4DBE-855E-71F6E8911ED4}" dt="2021-02-01T05:33:31.613" v="263" actId="404"/>
          <ac:spMkLst>
            <pc:docMk/>
            <pc:sldMk cId="2747845619" sldId="311"/>
            <ac:spMk id="14" creationId="{523B1517-9F72-4EFA-AC15-C16BA373338C}"/>
          </ac:spMkLst>
        </pc:spChg>
        <pc:spChg chg="mod">
          <ac:chgData name="강희재" userId="5f137378-fb9e-4efa-89ca-3d5ddf85b964" providerId="ADAL" clId="{670A3107-CC4E-4DBE-855E-71F6E8911ED4}" dt="2021-02-01T05:10:10.681" v="10" actId="14100"/>
          <ac:spMkLst>
            <pc:docMk/>
            <pc:sldMk cId="2747845619" sldId="311"/>
            <ac:spMk id="17" creationId="{0B861322-B5F2-44DA-809B-525FE027E684}"/>
          </ac:spMkLst>
        </pc:spChg>
        <pc:spChg chg="del">
          <ac:chgData name="강희재" userId="5f137378-fb9e-4efa-89ca-3d5ddf85b964" providerId="ADAL" clId="{670A3107-CC4E-4DBE-855E-71F6E8911ED4}" dt="2021-02-01T05:30:03.239" v="22" actId="478"/>
          <ac:spMkLst>
            <pc:docMk/>
            <pc:sldMk cId="2747845619" sldId="311"/>
            <ac:spMk id="20" creationId="{B8DDE902-111D-4767-AD7A-55410EDE26DE}"/>
          </ac:spMkLst>
        </pc:spChg>
        <pc:spChg chg="mod">
          <ac:chgData name="강희재" userId="5f137378-fb9e-4efa-89ca-3d5ddf85b964" providerId="ADAL" clId="{670A3107-CC4E-4DBE-855E-71F6E8911ED4}" dt="2021-02-01T05:30:01.566" v="21" actId="14100"/>
          <ac:spMkLst>
            <pc:docMk/>
            <pc:sldMk cId="2747845619" sldId="311"/>
            <ac:spMk id="21" creationId="{AB782E37-24C0-4FE5-B274-C014065F91A1}"/>
          </ac:spMkLst>
        </pc:spChg>
        <pc:spChg chg="mod">
          <ac:chgData name="강희재" userId="5f137378-fb9e-4efa-89ca-3d5ddf85b964" providerId="ADAL" clId="{670A3107-CC4E-4DBE-855E-71F6E8911ED4}" dt="2021-02-01T05:30:30.369" v="25"/>
          <ac:spMkLst>
            <pc:docMk/>
            <pc:sldMk cId="2747845619" sldId="311"/>
            <ac:spMk id="29" creationId="{F09AF341-2E0D-44D2-95BA-CFA025910D9E}"/>
          </ac:spMkLst>
        </pc:spChg>
        <pc:picChg chg="del">
          <ac:chgData name="강희재" userId="5f137378-fb9e-4efa-89ca-3d5ddf85b964" providerId="ADAL" clId="{670A3107-CC4E-4DBE-855E-71F6E8911ED4}" dt="2021-02-01T05:10:04.754" v="8" actId="478"/>
          <ac:picMkLst>
            <pc:docMk/>
            <pc:sldMk cId="2747845619" sldId="311"/>
            <ac:picMk id="5" creationId="{571469B1-168F-4446-837F-55A74E2C5E0C}"/>
          </ac:picMkLst>
        </pc:picChg>
        <pc:picChg chg="del">
          <ac:chgData name="강희재" userId="5f137378-fb9e-4efa-89ca-3d5ddf85b964" providerId="ADAL" clId="{670A3107-CC4E-4DBE-855E-71F6E8911ED4}" dt="2021-02-01T05:29:45.324" v="19" actId="478"/>
          <ac:picMkLst>
            <pc:docMk/>
            <pc:sldMk cId="2747845619" sldId="311"/>
            <ac:picMk id="9" creationId="{1EA4E325-09DD-425B-B869-173E4CC4B0EC}"/>
          </ac:picMkLst>
        </pc:picChg>
        <pc:picChg chg="add mod ord">
          <ac:chgData name="강희재" userId="5f137378-fb9e-4efa-89ca-3d5ddf85b964" providerId="ADAL" clId="{670A3107-CC4E-4DBE-855E-71F6E8911ED4}" dt="2021-02-01T05:10:03.053" v="7" actId="167"/>
          <ac:picMkLst>
            <pc:docMk/>
            <pc:sldMk cId="2747845619" sldId="311"/>
            <ac:picMk id="22" creationId="{90DB8A2C-E0D2-479D-B423-4F000892CCEA}"/>
          </ac:picMkLst>
        </pc:picChg>
        <pc:picChg chg="add mod ord">
          <ac:chgData name="강희재" userId="5f137378-fb9e-4efa-89ca-3d5ddf85b964" providerId="ADAL" clId="{670A3107-CC4E-4DBE-855E-71F6E8911ED4}" dt="2021-02-01T05:30:04.341" v="23" actId="167"/>
          <ac:picMkLst>
            <pc:docMk/>
            <pc:sldMk cId="2747845619" sldId="311"/>
            <ac:picMk id="24" creationId="{4A54D2B1-4469-47C0-9A56-2CD5AB3E02D9}"/>
          </ac:picMkLst>
        </pc:picChg>
      </pc:sldChg>
      <pc:sldChg chg="addSp delSp modSp add mod">
        <pc:chgData name="강희재" userId="5f137378-fb9e-4efa-89ca-3d5ddf85b964" providerId="ADAL" clId="{670A3107-CC4E-4DBE-855E-71F6E8911ED4}" dt="2021-02-01T05:33:57.801" v="269" actId="20577"/>
        <pc:sldMkLst>
          <pc:docMk/>
          <pc:sldMk cId="3754260212" sldId="312"/>
        </pc:sldMkLst>
        <pc:spChg chg="mod">
          <ac:chgData name="강희재" userId="5f137378-fb9e-4efa-89ca-3d5ddf85b964" providerId="ADAL" clId="{670A3107-CC4E-4DBE-855E-71F6E8911ED4}" dt="2021-02-01T05:32:10.902" v="62"/>
          <ac:spMkLst>
            <pc:docMk/>
            <pc:sldMk cId="3754260212" sldId="312"/>
            <ac:spMk id="14" creationId="{523B1517-9F72-4EFA-AC15-C16BA373338C}"/>
          </ac:spMkLst>
        </pc:spChg>
        <pc:spChg chg="del">
          <ac:chgData name="강희재" userId="5f137378-fb9e-4efa-89ca-3d5ddf85b964" providerId="ADAL" clId="{670A3107-CC4E-4DBE-855E-71F6E8911ED4}" dt="2021-02-01T05:31:28.931" v="37" actId="478"/>
          <ac:spMkLst>
            <pc:docMk/>
            <pc:sldMk cId="3754260212" sldId="312"/>
            <ac:spMk id="17" creationId="{0B861322-B5F2-44DA-809B-525FE027E684}"/>
          </ac:spMkLst>
        </pc:spChg>
        <pc:spChg chg="mod">
          <ac:chgData name="강희재" userId="5f137378-fb9e-4efa-89ca-3d5ddf85b964" providerId="ADAL" clId="{670A3107-CC4E-4DBE-855E-71F6E8911ED4}" dt="2021-02-01T05:32:01.537" v="50" actId="14100"/>
          <ac:spMkLst>
            <pc:docMk/>
            <pc:sldMk cId="3754260212" sldId="312"/>
            <ac:spMk id="21" creationId="{AB782E37-24C0-4FE5-B274-C014065F91A1}"/>
          </ac:spMkLst>
        </pc:spChg>
        <pc:spChg chg="mod">
          <ac:chgData name="강희재" userId="5f137378-fb9e-4efa-89ca-3d5ddf85b964" providerId="ADAL" clId="{670A3107-CC4E-4DBE-855E-71F6E8911ED4}" dt="2021-02-01T05:33:57.801" v="269" actId="20577"/>
          <ac:spMkLst>
            <pc:docMk/>
            <pc:sldMk cId="3754260212" sldId="312"/>
            <ac:spMk id="29" creationId="{F09AF341-2E0D-44D2-95BA-CFA025910D9E}"/>
          </ac:spMkLst>
        </pc:spChg>
        <pc:picChg chg="del">
          <ac:chgData name="강희재" userId="5f137378-fb9e-4efa-89ca-3d5ddf85b964" providerId="ADAL" clId="{670A3107-CC4E-4DBE-855E-71F6E8911ED4}" dt="2021-02-01T05:31:25.992" v="36" actId="478"/>
          <ac:picMkLst>
            <pc:docMk/>
            <pc:sldMk cId="3754260212" sldId="312"/>
            <ac:picMk id="22" creationId="{90DB8A2C-E0D2-479D-B423-4F000892CCEA}"/>
          </ac:picMkLst>
        </pc:picChg>
        <pc:picChg chg="del">
          <ac:chgData name="강희재" userId="5f137378-fb9e-4efa-89ca-3d5ddf85b964" providerId="ADAL" clId="{670A3107-CC4E-4DBE-855E-71F6E8911ED4}" dt="2021-02-01T05:31:52.225" v="47" actId="478"/>
          <ac:picMkLst>
            <pc:docMk/>
            <pc:sldMk cId="3754260212" sldId="312"/>
            <ac:picMk id="24" creationId="{4A54D2B1-4469-47C0-9A56-2CD5AB3E02D9}"/>
          </ac:picMkLst>
        </pc:picChg>
        <pc:picChg chg="add mod ord">
          <ac:chgData name="강희재" userId="5f137378-fb9e-4efa-89ca-3d5ddf85b964" providerId="ADAL" clId="{670A3107-CC4E-4DBE-855E-71F6E8911ED4}" dt="2021-02-01T05:31:53.702" v="48" actId="167"/>
          <ac:picMkLst>
            <pc:docMk/>
            <pc:sldMk cId="3754260212" sldId="312"/>
            <ac:picMk id="25" creationId="{787237D0-F85A-428D-A359-CA1631AD4B5A}"/>
          </ac:picMkLst>
        </pc:picChg>
        <pc:picChg chg="add mod ord">
          <ac:chgData name="강희재" userId="5f137378-fb9e-4efa-89ca-3d5ddf85b964" providerId="ADAL" clId="{670A3107-CC4E-4DBE-855E-71F6E8911ED4}" dt="2021-02-01T05:31:50.980" v="46" actId="167"/>
          <ac:picMkLst>
            <pc:docMk/>
            <pc:sldMk cId="3754260212" sldId="312"/>
            <ac:picMk id="26" creationId="{4EEA05F8-6F52-4EBB-8CB7-3DC1166E1C89}"/>
          </ac:picMkLst>
        </pc:picChg>
      </pc:sldChg>
      <pc:sldChg chg="addSp delSp modSp add mod">
        <pc:chgData name="강희재" userId="5f137378-fb9e-4efa-89ca-3d5ddf85b964" providerId="ADAL" clId="{670A3107-CC4E-4DBE-855E-71F6E8911ED4}" dt="2021-02-01T05:37:22.030" v="357" actId="20577"/>
        <pc:sldMkLst>
          <pc:docMk/>
          <pc:sldMk cId="3699712288" sldId="313"/>
        </pc:sldMkLst>
        <pc:spChg chg="mod">
          <ac:chgData name="강희재" userId="5f137378-fb9e-4efa-89ca-3d5ddf85b964" providerId="ADAL" clId="{670A3107-CC4E-4DBE-855E-71F6E8911ED4}" dt="2021-02-01T05:36:36.372" v="293"/>
          <ac:spMkLst>
            <pc:docMk/>
            <pc:sldMk cId="3699712288" sldId="313"/>
            <ac:spMk id="14" creationId="{523B1517-9F72-4EFA-AC15-C16BA373338C}"/>
          </ac:spMkLst>
        </pc:spChg>
        <pc:spChg chg="mod">
          <ac:chgData name="강희재" userId="5f137378-fb9e-4efa-89ca-3d5ddf85b964" providerId="ADAL" clId="{670A3107-CC4E-4DBE-855E-71F6E8911ED4}" dt="2021-02-01T05:36:14.484" v="288" actId="14100"/>
          <ac:spMkLst>
            <pc:docMk/>
            <pc:sldMk cId="3699712288" sldId="313"/>
            <ac:spMk id="21" creationId="{AB782E37-24C0-4FE5-B274-C014065F91A1}"/>
          </ac:spMkLst>
        </pc:spChg>
        <pc:spChg chg="add mod">
          <ac:chgData name="강희재" userId="5f137378-fb9e-4efa-89ca-3d5ddf85b964" providerId="ADAL" clId="{670A3107-CC4E-4DBE-855E-71F6E8911ED4}" dt="2021-02-01T05:36:29.586" v="292" actId="14100"/>
          <ac:spMkLst>
            <pc:docMk/>
            <pc:sldMk cId="3699712288" sldId="313"/>
            <ac:spMk id="24" creationId="{5A2879F5-08A6-4EDD-AAE8-EE480C8643C0}"/>
          </ac:spMkLst>
        </pc:spChg>
        <pc:spChg chg="mod">
          <ac:chgData name="강희재" userId="5f137378-fb9e-4efa-89ca-3d5ddf85b964" providerId="ADAL" clId="{670A3107-CC4E-4DBE-855E-71F6E8911ED4}" dt="2021-02-01T05:37:22.030" v="357" actId="20577"/>
          <ac:spMkLst>
            <pc:docMk/>
            <pc:sldMk cId="3699712288" sldId="313"/>
            <ac:spMk id="29" creationId="{F09AF341-2E0D-44D2-95BA-CFA025910D9E}"/>
          </ac:spMkLst>
        </pc:spChg>
        <pc:picChg chg="add mod ord">
          <ac:chgData name="강희재" userId="5f137378-fb9e-4efa-89ca-3d5ddf85b964" providerId="ADAL" clId="{670A3107-CC4E-4DBE-855E-71F6E8911ED4}" dt="2021-02-01T05:35:49.986" v="278" actId="167"/>
          <ac:picMkLst>
            <pc:docMk/>
            <pc:sldMk cId="3699712288" sldId="313"/>
            <ac:picMk id="20" creationId="{AD1211A4-D6B0-4243-8CBA-89814ADBD567}"/>
          </ac:picMkLst>
        </pc:picChg>
        <pc:picChg chg="add mod ord">
          <ac:chgData name="강희재" userId="5f137378-fb9e-4efa-89ca-3d5ddf85b964" providerId="ADAL" clId="{670A3107-CC4E-4DBE-855E-71F6E8911ED4}" dt="2021-02-01T05:36:06.066" v="285" actId="167"/>
          <ac:picMkLst>
            <pc:docMk/>
            <pc:sldMk cId="3699712288" sldId="313"/>
            <ac:picMk id="22" creationId="{2CD4A8C9-B03A-4541-A1E3-4EAC7B69D88D}"/>
          </ac:picMkLst>
        </pc:picChg>
        <pc:picChg chg="del">
          <ac:chgData name="강희재" userId="5f137378-fb9e-4efa-89ca-3d5ddf85b964" providerId="ADAL" clId="{670A3107-CC4E-4DBE-855E-71F6E8911ED4}" dt="2021-02-01T05:35:50.666" v="279" actId="478"/>
          <ac:picMkLst>
            <pc:docMk/>
            <pc:sldMk cId="3699712288" sldId="313"/>
            <ac:picMk id="25" creationId="{787237D0-F85A-428D-A359-CA1631AD4B5A}"/>
          </ac:picMkLst>
        </pc:picChg>
        <pc:picChg chg="del">
          <ac:chgData name="강희재" userId="5f137378-fb9e-4efa-89ca-3d5ddf85b964" providerId="ADAL" clId="{670A3107-CC4E-4DBE-855E-71F6E8911ED4}" dt="2021-02-01T05:36:06.898" v="286" actId="478"/>
          <ac:picMkLst>
            <pc:docMk/>
            <pc:sldMk cId="3699712288" sldId="313"/>
            <ac:picMk id="26" creationId="{4EEA05F8-6F52-4EBB-8CB7-3DC1166E1C89}"/>
          </ac:picMkLst>
        </pc:picChg>
      </pc:sldChg>
    </pc:docChg>
  </pc:docChgLst>
  <pc:docChgLst>
    <pc:chgData name="강희재" userId="5f137378-fb9e-4efa-89ca-3d5ddf85b964" providerId="ADAL" clId="{5F4A0ED0-BA6F-4645-B715-FBCB872BCB0B}"/>
    <pc:docChg chg="custSel modSld">
      <pc:chgData name="강희재" userId="5f137378-fb9e-4efa-89ca-3d5ddf85b964" providerId="ADAL" clId="{5F4A0ED0-BA6F-4645-B715-FBCB872BCB0B}" dt="2021-02-22T00:12:49.485" v="120" actId="255"/>
      <pc:docMkLst>
        <pc:docMk/>
      </pc:docMkLst>
      <pc:sldChg chg="delSp mod">
        <pc:chgData name="강희재" userId="5f137378-fb9e-4efa-89ca-3d5ddf85b964" providerId="ADAL" clId="{5F4A0ED0-BA6F-4645-B715-FBCB872BCB0B}" dt="2021-02-21T23:55:38.431" v="0" actId="478"/>
        <pc:sldMkLst>
          <pc:docMk/>
          <pc:sldMk cId="3182785965" sldId="304"/>
        </pc:sldMkLst>
        <pc:picChg chg="del">
          <ac:chgData name="강희재" userId="5f137378-fb9e-4efa-89ca-3d5ddf85b964" providerId="ADAL" clId="{5F4A0ED0-BA6F-4645-B715-FBCB872BCB0B}" dt="2021-02-21T23:55:38.431" v="0" actId="478"/>
          <ac:picMkLst>
            <pc:docMk/>
            <pc:sldMk cId="3182785965" sldId="304"/>
            <ac:picMk id="12" creationId="{00000000-0000-0000-0000-000000000000}"/>
          </ac:picMkLst>
        </pc:picChg>
        <pc:picChg chg="del">
          <ac:chgData name="강희재" userId="5f137378-fb9e-4efa-89ca-3d5ddf85b964" providerId="ADAL" clId="{5F4A0ED0-BA6F-4645-B715-FBCB872BCB0B}" dt="2021-02-21T23:55:38.431" v="0" actId="478"/>
          <ac:picMkLst>
            <pc:docMk/>
            <pc:sldMk cId="3182785965" sldId="304"/>
            <ac:picMk id="15" creationId="{00000000-0000-0000-0000-000000000000}"/>
          </ac:picMkLst>
        </pc:picChg>
      </pc:sldChg>
      <pc:sldChg chg="delSp modSp mod">
        <pc:chgData name="강희재" userId="5f137378-fb9e-4efa-89ca-3d5ddf85b964" providerId="ADAL" clId="{5F4A0ED0-BA6F-4645-B715-FBCB872BCB0B}" dt="2021-02-22T00:12:49.485" v="120" actId="255"/>
        <pc:sldMkLst>
          <pc:docMk/>
          <pc:sldMk cId="550299942" sldId="310"/>
        </pc:sldMkLst>
        <pc:spChg chg="mod">
          <ac:chgData name="강희재" userId="5f137378-fb9e-4efa-89ca-3d5ddf85b964" providerId="ADAL" clId="{5F4A0ED0-BA6F-4645-B715-FBCB872BCB0B}" dt="2021-02-22T00:12:49.485" v="120" actId="255"/>
          <ac:spMkLst>
            <pc:docMk/>
            <pc:sldMk cId="550299942" sldId="310"/>
            <ac:spMk id="14" creationId="{523B1517-9F72-4EFA-AC15-C16BA373338C}"/>
          </ac:spMkLst>
        </pc:spChg>
        <pc:spChg chg="mod">
          <ac:chgData name="강희재" userId="5f137378-fb9e-4efa-89ca-3d5ddf85b964" providerId="ADAL" clId="{5F4A0ED0-BA6F-4645-B715-FBCB872BCB0B}" dt="2021-02-22T00:12:49.485" v="120" actId="255"/>
          <ac:spMkLst>
            <pc:docMk/>
            <pc:sldMk cId="550299942" sldId="310"/>
            <ac:spMk id="29" creationId="{F09AF341-2E0D-44D2-95BA-CFA025910D9E}"/>
          </ac:spMkLst>
        </pc:spChg>
        <pc:picChg chg="del">
          <ac:chgData name="강희재" userId="5f137378-fb9e-4efa-89ca-3d5ddf85b964" providerId="ADAL" clId="{5F4A0ED0-BA6F-4645-B715-FBCB872BCB0B}" dt="2021-02-21T23:55:45.454" v="4" actId="478"/>
          <ac:picMkLst>
            <pc:docMk/>
            <pc:sldMk cId="550299942" sldId="310"/>
            <ac:picMk id="36" creationId="{00000000-0000-0000-0000-000000000000}"/>
          </ac:picMkLst>
        </pc:picChg>
        <pc:picChg chg="del">
          <ac:chgData name="강희재" userId="5f137378-fb9e-4efa-89ca-3d5ddf85b964" providerId="ADAL" clId="{5F4A0ED0-BA6F-4645-B715-FBCB872BCB0B}" dt="2021-02-21T23:55:45.454" v="4" actId="478"/>
          <ac:picMkLst>
            <pc:docMk/>
            <pc:sldMk cId="550299942" sldId="310"/>
            <ac:picMk id="41" creationId="{00000000-0000-0000-0000-000000000000}"/>
          </ac:picMkLst>
        </pc:picChg>
      </pc:sldChg>
      <pc:sldChg chg="delSp modSp mod">
        <pc:chgData name="강희재" userId="5f137378-fb9e-4efa-89ca-3d5ddf85b964" providerId="ADAL" clId="{5F4A0ED0-BA6F-4645-B715-FBCB872BCB0B}" dt="2021-02-22T00:12:45.406" v="119" actId="255"/>
        <pc:sldMkLst>
          <pc:docMk/>
          <pc:sldMk cId="2747845619" sldId="311"/>
        </pc:sldMkLst>
        <pc:spChg chg="mod">
          <ac:chgData name="강희재" userId="5f137378-fb9e-4efa-89ca-3d5ddf85b964" providerId="ADAL" clId="{5F4A0ED0-BA6F-4645-B715-FBCB872BCB0B}" dt="2021-02-22T00:12:45.406" v="119" actId="255"/>
          <ac:spMkLst>
            <pc:docMk/>
            <pc:sldMk cId="2747845619" sldId="311"/>
            <ac:spMk id="14" creationId="{523B1517-9F72-4EFA-AC15-C16BA373338C}"/>
          </ac:spMkLst>
        </pc:spChg>
        <pc:spChg chg="mod">
          <ac:chgData name="강희재" userId="5f137378-fb9e-4efa-89ca-3d5ddf85b964" providerId="ADAL" clId="{5F4A0ED0-BA6F-4645-B715-FBCB872BCB0B}" dt="2021-02-22T00:12:45.406" v="119" actId="255"/>
          <ac:spMkLst>
            <pc:docMk/>
            <pc:sldMk cId="2747845619" sldId="311"/>
            <ac:spMk id="29" creationId="{F09AF341-2E0D-44D2-95BA-CFA025910D9E}"/>
          </ac:spMkLst>
        </pc:spChg>
        <pc:picChg chg="del">
          <ac:chgData name="강희재" userId="5f137378-fb9e-4efa-89ca-3d5ddf85b964" providerId="ADAL" clId="{5F4A0ED0-BA6F-4645-B715-FBCB872BCB0B}" dt="2021-02-21T23:55:43.735" v="3" actId="478"/>
          <ac:picMkLst>
            <pc:docMk/>
            <pc:sldMk cId="2747845619" sldId="311"/>
            <ac:picMk id="36" creationId="{00000000-0000-0000-0000-000000000000}"/>
          </ac:picMkLst>
        </pc:picChg>
        <pc:picChg chg="del">
          <ac:chgData name="강희재" userId="5f137378-fb9e-4efa-89ca-3d5ddf85b964" providerId="ADAL" clId="{5F4A0ED0-BA6F-4645-B715-FBCB872BCB0B}" dt="2021-02-21T23:55:43.735" v="3" actId="478"/>
          <ac:picMkLst>
            <pc:docMk/>
            <pc:sldMk cId="2747845619" sldId="311"/>
            <ac:picMk id="41" creationId="{00000000-0000-0000-0000-000000000000}"/>
          </ac:picMkLst>
        </pc:picChg>
      </pc:sldChg>
      <pc:sldChg chg="delSp modSp mod">
        <pc:chgData name="강희재" userId="5f137378-fb9e-4efa-89ca-3d5ddf85b964" providerId="ADAL" clId="{5F4A0ED0-BA6F-4645-B715-FBCB872BCB0B}" dt="2021-02-21T23:57:42.916" v="118" actId="255"/>
        <pc:sldMkLst>
          <pc:docMk/>
          <pc:sldMk cId="3754260212" sldId="312"/>
        </pc:sldMkLst>
        <pc:spChg chg="mod">
          <ac:chgData name="강희재" userId="5f137378-fb9e-4efa-89ca-3d5ddf85b964" providerId="ADAL" clId="{5F4A0ED0-BA6F-4645-B715-FBCB872BCB0B}" dt="2021-02-21T23:57:42.916" v="118" actId="255"/>
          <ac:spMkLst>
            <pc:docMk/>
            <pc:sldMk cId="3754260212" sldId="312"/>
            <ac:spMk id="14" creationId="{523B1517-9F72-4EFA-AC15-C16BA373338C}"/>
          </ac:spMkLst>
        </pc:spChg>
        <pc:spChg chg="mod">
          <ac:chgData name="강희재" userId="5f137378-fb9e-4efa-89ca-3d5ddf85b964" providerId="ADAL" clId="{5F4A0ED0-BA6F-4645-B715-FBCB872BCB0B}" dt="2021-02-21T23:57:42.916" v="118" actId="255"/>
          <ac:spMkLst>
            <pc:docMk/>
            <pc:sldMk cId="3754260212" sldId="312"/>
            <ac:spMk id="29" creationId="{F09AF341-2E0D-44D2-95BA-CFA025910D9E}"/>
          </ac:spMkLst>
        </pc:spChg>
        <pc:picChg chg="del">
          <ac:chgData name="강희재" userId="5f137378-fb9e-4efa-89ca-3d5ddf85b964" providerId="ADAL" clId="{5F4A0ED0-BA6F-4645-B715-FBCB872BCB0B}" dt="2021-02-21T23:55:41.884" v="2" actId="478"/>
          <ac:picMkLst>
            <pc:docMk/>
            <pc:sldMk cId="3754260212" sldId="312"/>
            <ac:picMk id="36" creationId="{00000000-0000-0000-0000-000000000000}"/>
          </ac:picMkLst>
        </pc:picChg>
        <pc:picChg chg="del">
          <ac:chgData name="강희재" userId="5f137378-fb9e-4efa-89ca-3d5ddf85b964" providerId="ADAL" clId="{5F4A0ED0-BA6F-4645-B715-FBCB872BCB0B}" dt="2021-02-21T23:55:41.884" v="2" actId="478"/>
          <ac:picMkLst>
            <pc:docMk/>
            <pc:sldMk cId="3754260212" sldId="312"/>
            <ac:picMk id="41" creationId="{00000000-0000-0000-0000-000000000000}"/>
          </ac:picMkLst>
        </pc:picChg>
      </pc:sldChg>
      <pc:sldChg chg="delSp modSp mod">
        <pc:chgData name="강희재" userId="5f137378-fb9e-4efa-89ca-3d5ddf85b964" providerId="ADAL" clId="{5F4A0ED0-BA6F-4645-B715-FBCB872BCB0B}" dt="2021-02-21T23:57:36.419" v="117" actId="255"/>
        <pc:sldMkLst>
          <pc:docMk/>
          <pc:sldMk cId="3699712288" sldId="313"/>
        </pc:sldMkLst>
        <pc:spChg chg="mod">
          <ac:chgData name="강희재" userId="5f137378-fb9e-4efa-89ca-3d5ddf85b964" providerId="ADAL" clId="{5F4A0ED0-BA6F-4645-B715-FBCB872BCB0B}" dt="2021-02-21T23:57:36.419" v="117" actId="255"/>
          <ac:spMkLst>
            <pc:docMk/>
            <pc:sldMk cId="3699712288" sldId="313"/>
            <ac:spMk id="14" creationId="{523B1517-9F72-4EFA-AC15-C16BA373338C}"/>
          </ac:spMkLst>
        </pc:spChg>
        <pc:spChg chg="mod">
          <ac:chgData name="강희재" userId="5f137378-fb9e-4efa-89ca-3d5ddf85b964" providerId="ADAL" clId="{5F4A0ED0-BA6F-4645-B715-FBCB872BCB0B}" dt="2021-02-21T23:57:36.419" v="117" actId="255"/>
          <ac:spMkLst>
            <pc:docMk/>
            <pc:sldMk cId="3699712288" sldId="313"/>
            <ac:spMk id="29" creationId="{F09AF341-2E0D-44D2-95BA-CFA025910D9E}"/>
          </ac:spMkLst>
        </pc:spChg>
        <pc:picChg chg="del">
          <ac:chgData name="강희재" userId="5f137378-fb9e-4efa-89ca-3d5ddf85b964" providerId="ADAL" clId="{5F4A0ED0-BA6F-4645-B715-FBCB872BCB0B}" dt="2021-02-21T23:55:40.098" v="1" actId="478"/>
          <ac:picMkLst>
            <pc:docMk/>
            <pc:sldMk cId="3699712288" sldId="313"/>
            <ac:picMk id="36" creationId="{00000000-0000-0000-0000-000000000000}"/>
          </ac:picMkLst>
        </pc:picChg>
        <pc:picChg chg="del">
          <ac:chgData name="강희재" userId="5f137378-fb9e-4efa-89ca-3d5ddf85b964" providerId="ADAL" clId="{5F4A0ED0-BA6F-4645-B715-FBCB872BCB0B}" dt="2021-02-21T23:55:40.098" v="1" actId="478"/>
          <ac:picMkLst>
            <pc:docMk/>
            <pc:sldMk cId="3699712288" sldId="313"/>
            <ac:picMk id="4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CA6C6B-6632-4846-8023-FDB30B6C204D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8C46BF-388E-4046-A6CA-DC885367DA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29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26720" y="6412528"/>
            <a:ext cx="1666240" cy="308951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6443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43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600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7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562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84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56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21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05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818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312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754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05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576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486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793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822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5724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881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6396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7624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650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057A4-8791-43EA-BC2F-A004588130D8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13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B9BD1-4247-437D-844B-54C64E0385D5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01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0" y="3369391"/>
            <a:ext cx="3704859" cy="94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3416300" y="3369391"/>
            <a:ext cx="3405413" cy="94500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762445" y="2646918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>
                <a:solidFill>
                  <a:srgbClr val="0E6FC6"/>
                </a:solidFill>
              </a:rPr>
              <a:t>그룹웨어 메뉴얼</a:t>
            </a:r>
            <a:endParaRPr lang="ko-KR" altLang="en-US" sz="2400" b="1" dirty="0">
              <a:solidFill>
                <a:srgbClr val="0E6FC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24917" y="3216533"/>
            <a:ext cx="2093843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- </a:t>
            </a:r>
            <a:r>
              <a:rPr lang="ko-KR" altLang="en-US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모바일 </a:t>
            </a:r>
            <a:r>
              <a:rPr lang="en-US" altLang="ko-KR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 </a:t>
            </a:r>
            <a:r>
              <a:rPr lang="ko-KR" altLang="en-US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설치</a:t>
            </a:r>
            <a:endParaRPr lang="en-US" altLang="ko-KR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7720870" y="3144411"/>
            <a:ext cx="447113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785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2CD4A8C9-B03A-4541-A1E3-4EAC7B69D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27" y="1836027"/>
            <a:ext cx="2825495" cy="44712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D1211A4-D6B0-4243-8CBA-89814ADBD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46" y="1844380"/>
            <a:ext cx="2825500" cy="44712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4648" y="40273"/>
            <a:ext cx="29354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모바일 </a:t>
            </a:r>
            <a:r>
              <a:rPr lang="en-US" altLang="ko-KR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 </a:t>
            </a:r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설치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App Store</a:t>
            </a:r>
            <a:r>
              <a:rPr lang="ko-KR" altLang="en-US" sz="1100" dirty="0"/>
              <a:t>에서 </a:t>
            </a:r>
            <a:r>
              <a:rPr lang="ko-KR" altLang="en-US" sz="1100" dirty="0" err="1"/>
              <a:t>비즈알파</a:t>
            </a:r>
            <a:r>
              <a:rPr lang="en-US" altLang="ko-KR" sz="1100" dirty="0"/>
              <a:t>(</a:t>
            </a:r>
            <a:r>
              <a:rPr lang="en-US" altLang="ko-KR" sz="1100" dirty="0" err="1"/>
              <a:t>Bizbox</a:t>
            </a:r>
            <a:r>
              <a:rPr lang="en-US" altLang="ko-KR" sz="1100" dirty="0"/>
              <a:t> Alpha) </a:t>
            </a:r>
            <a:r>
              <a:rPr lang="ko-KR" altLang="en-US" sz="1100" dirty="0"/>
              <a:t>검색하여 다운로드 실행</a:t>
            </a:r>
            <a:endParaRPr lang="en-US" altLang="ko-KR" sz="1100" dirty="0"/>
          </a:p>
          <a:p>
            <a:endParaRPr lang="en-US" altLang="ko-KR" sz="11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B782E37-24C0-4FE5-B274-C014065F91A1}"/>
              </a:ext>
            </a:extLst>
          </p:cNvPr>
          <p:cNvSpPr/>
          <p:nvPr/>
        </p:nvSpPr>
        <p:spPr>
          <a:xfrm>
            <a:off x="7382729" y="4972898"/>
            <a:ext cx="731368" cy="126427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BF68F97-C32A-47A8-BAD2-6C17A01E7C24}"/>
              </a:ext>
            </a:extLst>
          </p:cNvPr>
          <p:cNvSpPr/>
          <p:nvPr/>
        </p:nvSpPr>
        <p:spPr>
          <a:xfrm>
            <a:off x="9141426" y="292700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9AF341-2E0D-44D2-95BA-CFA025910D9E}"/>
              </a:ext>
            </a:extLst>
          </p:cNvPr>
          <p:cNvSpPr txBox="1"/>
          <p:nvPr/>
        </p:nvSpPr>
        <p:spPr>
          <a:xfrm>
            <a:off x="9429598" y="2883401"/>
            <a:ext cx="244227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홈페이지 하단에 있는 </a:t>
            </a:r>
            <a:r>
              <a:rPr lang="ko-KR" altLang="en-US" sz="1100" dirty="0" err="1"/>
              <a:t>앱다운로드</a:t>
            </a:r>
            <a:r>
              <a:rPr lang="ko-KR" altLang="en-US" sz="1100" dirty="0"/>
              <a:t> 버튼을 클릭 후 </a:t>
            </a:r>
            <a:r>
              <a:rPr lang="en-US" altLang="ko-KR" sz="1100" dirty="0"/>
              <a:t>QR </a:t>
            </a:r>
            <a:r>
              <a:rPr lang="ko-KR" altLang="en-US" sz="1100" dirty="0"/>
              <a:t>코드로 다운로드</a:t>
            </a:r>
            <a:endParaRPr lang="en-US" altLang="ko-KR" sz="1100" dirty="0"/>
          </a:p>
          <a:p>
            <a:r>
              <a:rPr lang="ko-KR" altLang="en-US" sz="1100" dirty="0">
                <a:solidFill>
                  <a:srgbClr val="FF0000"/>
                </a:solidFill>
              </a:rPr>
              <a:t>→ </a:t>
            </a:r>
            <a:r>
              <a:rPr lang="en-US" altLang="ko-KR" sz="1100" dirty="0">
                <a:solidFill>
                  <a:srgbClr val="FF0000"/>
                </a:solidFill>
              </a:rPr>
              <a:t>https://gw.penta.co.kr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905604" y="1761367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DFCA3417-40A7-4398-892D-6F3C00EE46D2}"/>
              </a:ext>
            </a:extLst>
          </p:cNvPr>
          <p:cNvSpPr/>
          <p:nvPr/>
        </p:nvSpPr>
        <p:spPr>
          <a:xfrm>
            <a:off x="5155146" y="17613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D849F-A2DC-4CF7-8A36-7D35A4215E8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A2879F5-08A6-4EDD-AAE8-EE480C8643C0}"/>
              </a:ext>
            </a:extLst>
          </p:cNvPr>
          <p:cNvSpPr/>
          <p:nvPr/>
        </p:nvSpPr>
        <p:spPr>
          <a:xfrm>
            <a:off x="1097280" y="1934677"/>
            <a:ext cx="2829827" cy="240631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712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787237D0-F85A-428D-A359-CA1631AD4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50" y="1844381"/>
            <a:ext cx="2825500" cy="44629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EEA05F8-6F52-4EBB-8CB7-3DC1166E1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28" y="1836028"/>
            <a:ext cx="2825502" cy="44712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4648" y="40273"/>
            <a:ext cx="29354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모바일 </a:t>
            </a:r>
            <a:r>
              <a:rPr lang="en-US" altLang="ko-KR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 </a:t>
            </a:r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설치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확인</a:t>
            </a:r>
            <a:endParaRPr lang="en-US" altLang="ko-KR" sz="11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B782E37-24C0-4FE5-B274-C014065F91A1}"/>
              </a:ext>
            </a:extLst>
          </p:cNvPr>
          <p:cNvSpPr/>
          <p:nvPr/>
        </p:nvSpPr>
        <p:spPr>
          <a:xfrm>
            <a:off x="5765684" y="3509858"/>
            <a:ext cx="1973028" cy="12353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BF68F97-C32A-47A8-BAD2-6C17A01E7C24}"/>
              </a:ext>
            </a:extLst>
          </p:cNvPr>
          <p:cNvSpPr/>
          <p:nvPr/>
        </p:nvSpPr>
        <p:spPr>
          <a:xfrm>
            <a:off x="9141426" y="292700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9AF341-2E0D-44D2-95BA-CFA025910D9E}"/>
              </a:ext>
            </a:extLst>
          </p:cNvPr>
          <p:cNvSpPr txBox="1"/>
          <p:nvPr/>
        </p:nvSpPr>
        <p:spPr>
          <a:xfrm>
            <a:off x="9429598" y="2883401"/>
            <a:ext cx="244227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자동로그인</a:t>
            </a:r>
            <a:r>
              <a:rPr lang="en-US" altLang="ko-KR" sz="1100" dirty="0"/>
              <a:t>, ID </a:t>
            </a:r>
            <a:r>
              <a:rPr lang="ko-KR" altLang="en-US" sz="1100" dirty="0"/>
              <a:t>저장을 미리 체크 후 진행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모바일 </a:t>
            </a:r>
            <a:r>
              <a:rPr lang="en-US" altLang="ko-KR" sz="1100" dirty="0"/>
              <a:t>ID</a:t>
            </a:r>
            <a:r>
              <a:rPr lang="ko-KR" altLang="en-US" sz="1100" dirty="0"/>
              <a:t> </a:t>
            </a:r>
            <a:r>
              <a:rPr lang="en-US" altLang="ko-KR" sz="1100" dirty="0"/>
              <a:t>:</a:t>
            </a:r>
            <a:r>
              <a:rPr lang="ko-KR" altLang="en-US" sz="1100" dirty="0"/>
              <a:t> </a:t>
            </a:r>
            <a:r>
              <a:rPr lang="en-US" altLang="ko-KR" sz="1100" dirty="0" err="1">
                <a:solidFill>
                  <a:srgbClr val="FF0000"/>
                </a:solidFill>
              </a:rPr>
              <a:t>penta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ko-KR" altLang="en-US" sz="1100" dirty="0"/>
              <a:t>사원 </a:t>
            </a:r>
            <a:r>
              <a:rPr lang="en-US" altLang="ko-KR" sz="1100" dirty="0"/>
              <a:t>ID : </a:t>
            </a:r>
            <a:r>
              <a:rPr lang="en-US" altLang="ko-KR" sz="1100" dirty="0" err="1">
                <a:solidFill>
                  <a:srgbClr val="FF0000"/>
                </a:solidFill>
              </a:rPr>
              <a:t>hjkang</a:t>
            </a:r>
            <a:r>
              <a:rPr lang="en-US" altLang="ko-KR" sz="1100" dirty="0"/>
              <a:t> (</a:t>
            </a:r>
            <a:r>
              <a:rPr lang="ko-KR" altLang="en-US" sz="1100" dirty="0"/>
              <a:t>메일계정</a:t>
            </a:r>
            <a:r>
              <a:rPr lang="en-US" altLang="ko-KR" sz="1100" dirty="0"/>
              <a:t>)</a:t>
            </a:r>
          </a:p>
          <a:p>
            <a:r>
              <a:rPr lang="ko-KR" altLang="en-US" sz="1100" dirty="0"/>
              <a:t>비밀번호 </a:t>
            </a:r>
            <a:r>
              <a:rPr lang="en-US" altLang="ko-KR" sz="1100" dirty="0"/>
              <a:t>: </a:t>
            </a:r>
            <a:r>
              <a:rPr lang="en-US" altLang="ko-KR" sz="1100" dirty="0">
                <a:solidFill>
                  <a:srgbClr val="FF0000"/>
                </a:solidFill>
              </a:rPr>
              <a:t>a0330</a:t>
            </a:r>
          </a:p>
          <a:p>
            <a:r>
              <a:rPr lang="en-US" altLang="ko-KR" sz="1100" dirty="0"/>
              <a:t>(</a:t>
            </a:r>
            <a:r>
              <a:rPr lang="ko-KR" altLang="en-US" sz="1100" dirty="0"/>
              <a:t>초기암호 </a:t>
            </a:r>
            <a:r>
              <a:rPr lang="en-US" altLang="ko-KR" sz="1100" dirty="0"/>
              <a:t>: a+</a:t>
            </a:r>
            <a:r>
              <a:rPr lang="ko-KR" altLang="en-US" sz="1100" dirty="0"/>
              <a:t>생년월일</a:t>
            </a:r>
            <a:r>
              <a:rPr lang="en-US" altLang="ko-KR" sz="1100" dirty="0"/>
              <a:t>)</a:t>
            </a:r>
          </a:p>
          <a:p>
            <a:endParaRPr lang="en-US" altLang="ko-KR" sz="1100" dirty="0"/>
          </a:p>
          <a:p>
            <a:r>
              <a:rPr lang="ko-KR" altLang="en-US" sz="1100" dirty="0"/>
              <a:t>최초 로그인은 그룹웨어 홈페이지에서 접속하여 암호 변경 후 진행</a:t>
            </a:r>
            <a:endParaRPr lang="en-US" altLang="ko-KR" sz="110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905604" y="1761367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DFCA3417-40A7-4398-892D-6F3C00EE46D2}"/>
              </a:ext>
            </a:extLst>
          </p:cNvPr>
          <p:cNvSpPr/>
          <p:nvPr/>
        </p:nvSpPr>
        <p:spPr>
          <a:xfrm>
            <a:off x="5155146" y="17613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D849F-A2DC-4CF7-8A36-7D35A4215E8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</p:spTree>
    <p:extLst>
      <p:ext uri="{BB962C8B-B14F-4D97-AF65-F5344CB8AC3E}">
        <p14:creationId xmlns:p14="http://schemas.microsoft.com/office/powerpoint/2010/main" val="3754260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4A54D2B1-4469-47C0-9A56-2CD5AB3E0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31" y="1836027"/>
            <a:ext cx="2825500" cy="44712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0DB8A2C-E0D2-479D-B423-4F000892C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52" y="1837375"/>
            <a:ext cx="2825498" cy="44712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4648" y="40273"/>
            <a:ext cx="29354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모바일 </a:t>
            </a:r>
            <a:r>
              <a:rPr lang="en-US" altLang="ko-KR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 </a:t>
            </a:r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설치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그룹웨어 모바일 메인 화면 </a:t>
            </a:r>
            <a:r>
              <a:rPr lang="en-US" altLang="ko-KR" sz="1100" dirty="0"/>
              <a:t>(</a:t>
            </a:r>
            <a:r>
              <a:rPr lang="ko-KR" altLang="en-US" sz="1100" dirty="0"/>
              <a:t>최초 로그인 후 결재 관련 건 설정</a:t>
            </a:r>
            <a:r>
              <a:rPr lang="en-US" altLang="ko-KR" sz="1100" dirty="0"/>
              <a:t>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B861322-B5F2-44DA-809B-525FE027E684}"/>
              </a:ext>
            </a:extLst>
          </p:cNvPr>
          <p:cNvSpPr/>
          <p:nvPr/>
        </p:nvSpPr>
        <p:spPr>
          <a:xfrm>
            <a:off x="3522846" y="2508756"/>
            <a:ext cx="298383" cy="36919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B782E37-24C0-4FE5-B274-C014065F91A1}"/>
              </a:ext>
            </a:extLst>
          </p:cNvPr>
          <p:cNvSpPr/>
          <p:nvPr/>
        </p:nvSpPr>
        <p:spPr>
          <a:xfrm>
            <a:off x="5342172" y="4337631"/>
            <a:ext cx="760245" cy="49771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BF68F97-C32A-47A8-BAD2-6C17A01E7C24}"/>
              </a:ext>
            </a:extLst>
          </p:cNvPr>
          <p:cNvSpPr/>
          <p:nvPr/>
        </p:nvSpPr>
        <p:spPr>
          <a:xfrm>
            <a:off x="9141426" y="292700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9AF341-2E0D-44D2-95BA-CFA025910D9E}"/>
              </a:ext>
            </a:extLst>
          </p:cNvPr>
          <p:cNvSpPr txBox="1"/>
          <p:nvPr/>
        </p:nvSpPr>
        <p:spPr>
          <a:xfrm>
            <a:off x="9429598" y="2883401"/>
            <a:ext cx="244227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설정 클릭 후 결재를 들어가게 되면 결재 할 시 로그인 관련하여 설정을 할 수 있음</a:t>
            </a:r>
            <a:endParaRPr lang="en-US" altLang="ko-KR" sz="110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905604" y="1761367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DFCA3417-40A7-4398-892D-6F3C00EE46D2}"/>
              </a:ext>
            </a:extLst>
          </p:cNvPr>
          <p:cNvSpPr/>
          <p:nvPr/>
        </p:nvSpPr>
        <p:spPr>
          <a:xfrm>
            <a:off x="5155146" y="17613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D849F-A2DC-4CF7-8A36-7D35A4215E8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</p:spTree>
    <p:extLst>
      <p:ext uri="{BB962C8B-B14F-4D97-AF65-F5344CB8AC3E}">
        <p14:creationId xmlns:p14="http://schemas.microsoft.com/office/powerpoint/2010/main" val="2747845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EA4E325-09DD-425B-B869-173E4CC4B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34" y="1849707"/>
            <a:ext cx="2825498" cy="44589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71469B1-168F-4446-837F-55A74E2C5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52" y="1849706"/>
            <a:ext cx="2825498" cy="44589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4648" y="40273"/>
            <a:ext cx="29354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모바일 </a:t>
            </a:r>
            <a:r>
              <a:rPr lang="en-US" altLang="ko-KR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 </a:t>
            </a:r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설치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해당 버튼을 클릭 하여 결재 시 비밀번호 입력을 자동 </a:t>
            </a:r>
            <a:r>
              <a:rPr lang="en-US" altLang="ko-KR" sz="1100" dirty="0"/>
              <a:t>or </a:t>
            </a:r>
            <a:r>
              <a:rPr lang="ko-KR" altLang="en-US" sz="1100" dirty="0"/>
              <a:t>수동을 선택</a:t>
            </a:r>
            <a:endParaRPr lang="en-US" altLang="ko-KR" sz="11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B861322-B5F2-44DA-809B-525FE027E684}"/>
              </a:ext>
            </a:extLst>
          </p:cNvPr>
          <p:cNvSpPr/>
          <p:nvPr/>
        </p:nvSpPr>
        <p:spPr>
          <a:xfrm>
            <a:off x="3173751" y="2508756"/>
            <a:ext cx="892923" cy="48292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B782E37-24C0-4FE5-B274-C014065F91A1}"/>
              </a:ext>
            </a:extLst>
          </p:cNvPr>
          <p:cNvSpPr/>
          <p:nvPr/>
        </p:nvSpPr>
        <p:spPr>
          <a:xfrm>
            <a:off x="5823435" y="3153723"/>
            <a:ext cx="1941708" cy="49771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BF68F97-C32A-47A8-BAD2-6C17A01E7C24}"/>
              </a:ext>
            </a:extLst>
          </p:cNvPr>
          <p:cNvSpPr/>
          <p:nvPr/>
        </p:nvSpPr>
        <p:spPr>
          <a:xfrm>
            <a:off x="9141426" y="292700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9AF341-2E0D-44D2-95BA-CFA025910D9E}"/>
              </a:ext>
            </a:extLst>
          </p:cNvPr>
          <p:cNvSpPr txBox="1"/>
          <p:nvPr/>
        </p:nvSpPr>
        <p:spPr>
          <a:xfrm>
            <a:off x="9429598" y="2883401"/>
            <a:ext cx="24422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비밀번호 자동입력 클릭을 하게 되면 현재 비밀번호를 입력 후 확인</a:t>
            </a:r>
            <a:endParaRPr lang="en-US" altLang="ko-KR" sz="1100" dirty="0"/>
          </a:p>
          <a:p>
            <a:r>
              <a:rPr lang="en-US" altLang="ko-KR" sz="1100" dirty="0"/>
              <a:t>   - </a:t>
            </a:r>
            <a:r>
              <a:rPr lang="ko-KR" altLang="en-US" sz="1100" dirty="0"/>
              <a:t>결재를 진행 하게 되면 비밀번호를 매번 입력 하지 않아도 됨</a:t>
            </a:r>
            <a:endParaRPr lang="en-US" altLang="ko-KR" sz="110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905604" y="1761367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DFCA3417-40A7-4398-892D-6F3C00EE46D2}"/>
              </a:ext>
            </a:extLst>
          </p:cNvPr>
          <p:cNvSpPr/>
          <p:nvPr/>
        </p:nvSpPr>
        <p:spPr>
          <a:xfrm>
            <a:off x="5155146" y="176136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8DDE902-111D-4767-AD7A-55410EDE26DE}"/>
              </a:ext>
            </a:extLst>
          </p:cNvPr>
          <p:cNvSpPr/>
          <p:nvPr/>
        </p:nvSpPr>
        <p:spPr>
          <a:xfrm>
            <a:off x="7848088" y="2546009"/>
            <a:ext cx="410541" cy="44393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D849F-A2DC-4CF7-8A36-7D35A4215E8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</p:spTree>
    <p:extLst>
      <p:ext uri="{BB962C8B-B14F-4D97-AF65-F5344CB8AC3E}">
        <p14:creationId xmlns:p14="http://schemas.microsoft.com/office/powerpoint/2010/main" val="550299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3698</TotalTime>
  <Words>182</Words>
  <Application>Microsoft Office PowerPoint</Application>
  <PresentationFormat>와이드스크린</PresentationFormat>
  <Paragraphs>47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</dc:title>
  <dc:creator>misojiin</dc:creator>
  <cp:lastModifiedBy>강희재</cp:lastModifiedBy>
  <cp:revision>910</cp:revision>
  <cp:lastPrinted>2017-11-30T00:03:07Z</cp:lastPrinted>
  <dcterms:created xsi:type="dcterms:W3CDTF">2017-11-15T03:54:21Z</dcterms:created>
  <dcterms:modified xsi:type="dcterms:W3CDTF">2021-02-22T00:12:49Z</dcterms:modified>
</cp:coreProperties>
</file>